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FC434-3EE5-41E5-9DA0-2450524EB54B}" v="13" dt="2026-03-06T01:09:26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1086" y="-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grui Luo" userId="8b37276b-23cd-4afb-a6b0-b621cb8e1ca7" providerId="ADAL" clId="{11BFC434-3EE5-41E5-9DA0-2450524EB54B}"/>
    <pc:docChg chg="undo custSel addSld delSld modSld sldOrd">
      <pc:chgData name="Hongrui Luo" userId="8b37276b-23cd-4afb-a6b0-b621cb8e1ca7" providerId="ADAL" clId="{11BFC434-3EE5-41E5-9DA0-2450524EB54B}" dt="2026-03-06T01:09:26.015" v="228" actId="164"/>
      <pc:docMkLst>
        <pc:docMk/>
      </pc:docMkLst>
      <pc:sldChg chg="add del ord">
        <pc:chgData name="Hongrui Luo" userId="8b37276b-23cd-4afb-a6b0-b621cb8e1ca7" providerId="ADAL" clId="{11BFC434-3EE5-41E5-9DA0-2450524EB54B}" dt="2026-03-06T00:57:18.168" v="109" actId="47"/>
        <pc:sldMkLst>
          <pc:docMk/>
          <pc:sldMk cId="1415304513" sldId="256"/>
        </pc:sldMkLst>
      </pc:sldChg>
      <pc:sldChg chg="addSp delSp modSp new mod">
        <pc:chgData name="Hongrui Luo" userId="8b37276b-23cd-4afb-a6b0-b621cb8e1ca7" providerId="ADAL" clId="{11BFC434-3EE5-41E5-9DA0-2450524EB54B}" dt="2026-03-06T00:36:41.080" v="103" actId="164"/>
        <pc:sldMkLst>
          <pc:docMk/>
          <pc:sldMk cId="726063746" sldId="257"/>
        </pc:sldMkLst>
        <pc:spChg chg="del">
          <ac:chgData name="Hongrui Luo" userId="8b37276b-23cd-4afb-a6b0-b621cb8e1ca7" providerId="ADAL" clId="{11BFC434-3EE5-41E5-9DA0-2450524EB54B}" dt="2026-03-06T00:32:42.496" v="1" actId="478"/>
          <ac:spMkLst>
            <pc:docMk/>
            <pc:sldMk cId="726063746" sldId="257"/>
            <ac:spMk id="2" creationId="{462D83D7-78C1-89ED-ABBA-DFC62869DBC8}"/>
          </ac:spMkLst>
        </pc:spChg>
        <pc:spChg chg="del">
          <ac:chgData name="Hongrui Luo" userId="8b37276b-23cd-4afb-a6b0-b621cb8e1ca7" providerId="ADAL" clId="{11BFC434-3EE5-41E5-9DA0-2450524EB54B}" dt="2026-03-06T00:32:42.496" v="1" actId="478"/>
          <ac:spMkLst>
            <pc:docMk/>
            <pc:sldMk cId="726063746" sldId="257"/>
            <ac:spMk id="3" creationId="{35CA7B63-0FFD-FC91-D327-9640A18FF4E6}"/>
          </ac:spMkLst>
        </pc:spChg>
        <pc:spChg chg="add del mod">
          <ac:chgData name="Hongrui Luo" userId="8b37276b-23cd-4afb-a6b0-b621cb8e1ca7" providerId="ADAL" clId="{11BFC434-3EE5-41E5-9DA0-2450524EB54B}" dt="2026-03-06T00:34:20.342" v="32" actId="478"/>
          <ac:spMkLst>
            <pc:docMk/>
            <pc:sldMk cId="726063746" sldId="257"/>
            <ac:spMk id="6" creationId="{9A460E35-C7CD-901E-1186-8B8B1CC9BE43}"/>
          </ac:spMkLst>
        </pc:spChg>
        <pc:spChg chg="add mod">
          <ac:chgData name="Hongrui Luo" userId="8b37276b-23cd-4afb-a6b0-b621cb8e1ca7" providerId="ADAL" clId="{11BFC434-3EE5-41E5-9DA0-2450524EB54B}" dt="2026-03-06T00:36:41.080" v="103" actId="164"/>
          <ac:spMkLst>
            <pc:docMk/>
            <pc:sldMk cId="726063746" sldId="257"/>
            <ac:spMk id="7" creationId="{9F005D0A-FC18-6132-BE60-A97E094B6481}"/>
          </ac:spMkLst>
        </pc:spChg>
        <pc:spChg chg="add mod">
          <ac:chgData name="Hongrui Luo" userId="8b37276b-23cd-4afb-a6b0-b621cb8e1ca7" providerId="ADAL" clId="{11BFC434-3EE5-41E5-9DA0-2450524EB54B}" dt="2026-03-06T00:36:41.080" v="103" actId="164"/>
          <ac:spMkLst>
            <pc:docMk/>
            <pc:sldMk cId="726063746" sldId="257"/>
            <ac:spMk id="8" creationId="{73684DE2-9EAD-14DA-A891-7F6EA645BDDA}"/>
          </ac:spMkLst>
        </pc:spChg>
        <pc:spChg chg="add mod">
          <ac:chgData name="Hongrui Luo" userId="8b37276b-23cd-4afb-a6b0-b621cb8e1ca7" providerId="ADAL" clId="{11BFC434-3EE5-41E5-9DA0-2450524EB54B}" dt="2026-03-06T00:36:41.080" v="103" actId="164"/>
          <ac:spMkLst>
            <pc:docMk/>
            <pc:sldMk cId="726063746" sldId="257"/>
            <ac:spMk id="9" creationId="{DA8BFF9D-5F40-99D7-5C34-DD80BBAF98DD}"/>
          </ac:spMkLst>
        </pc:spChg>
        <pc:spChg chg="add mod">
          <ac:chgData name="Hongrui Luo" userId="8b37276b-23cd-4afb-a6b0-b621cb8e1ca7" providerId="ADAL" clId="{11BFC434-3EE5-41E5-9DA0-2450524EB54B}" dt="2026-03-06T00:36:41.080" v="103" actId="164"/>
          <ac:spMkLst>
            <pc:docMk/>
            <pc:sldMk cId="726063746" sldId="257"/>
            <ac:spMk id="10" creationId="{CEDD4EB2-095B-9706-F844-37A25779A4A0}"/>
          </ac:spMkLst>
        </pc:spChg>
        <pc:grpChg chg="add mod">
          <ac:chgData name="Hongrui Luo" userId="8b37276b-23cd-4afb-a6b0-b621cb8e1ca7" providerId="ADAL" clId="{11BFC434-3EE5-41E5-9DA0-2450524EB54B}" dt="2026-03-06T00:36:41.080" v="103" actId="164"/>
          <ac:grpSpMkLst>
            <pc:docMk/>
            <pc:sldMk cId="726063746" sldId="257"/>
            <ac:grpSpMk id="11" creationId="{91F23553-9445-344D-72D7-91F5007EF915}"/>
          </ac:grpSpMkLst>
        </pc:grpChg>
        <pc:picChg chg="add mod">
          <ac:chgData name="Hongrui Luo" userId="8b37276b-23cd-4afb-a6b0-b621cb8e1ca7" providerId="ADAL" clId="{11BFC434-3EE5-41E5-9DA0-2450524EB54B}" dt="2026-03-06T00:36:41.080" v="103" actId="164"/>
          <ac:picMkLst>
            <pc:docMk/>
            <pc:sldMk cId="726063746" sldId="257"/>
            <ac:picMk id="5" creationId="{8568A11C-9000-D5F2-1A22-C4E06C31C90E}"/>
          </ac:picMkLst>
        </pc:picChg>
      </pc:sldChg>
      <pc:sldChg chg="new del">
        <pc:chgData name="Hongrui Luo" userId="8b37276b-23cd-4afb-a6b0-b621cb8e1ca7" providerId="ADAL" clId="{11BFC434-3EE5-41E5-9DA0-2450524EB54B}" dt="2026-03-06T00:57:17.676" v="108" actId="680"/>
        <pc:sldMkLst>
          <pc:docMk/>
          <pc:sldMk cId="1926017838" sldId="258"/>
        </pc:sldMkLst>
      </pc:sldChg>
      <pc:sldChg chg="addSp delSp modSp new mod">
        <pc:chgData name="Hongrui Luo" userId="8b37276b-23cd-4afb-a6b0-b621cb8e1ca7" providerId="ADAL" clId="{11BFC434-3EE5-41E5-9DA0-2450524EB54B}" dt="2026-03-06T01:09:26.015" v="228" actId="164"/>
        <pc:sldMkLst>
          <pc:docMk/>
          <pc:sldMk cId="3670356576" sldId="258"/>
        </pc:sldMkLst>
        <pc:spChg chg="del">
          <ac:chgData name="Hongrui Luo" userId="8b37276b-23cd-4afb-a6b0-b621cb8e1ca7" providerId="ADAL" clId="{11BFC434-3EE5-41E5-9DA0-2450524EB54B}" dt="2026-03-06T00:57:21.932" v="111" actId="478"/>
          <ac:spMkLst>
            <pc:docMk/>
            <pc:sldMk cId="3670356576" sldId="258"/>
            <ac:spMk id="2" creationId="{C1B444E2-9DE7-B71E-F5E8-077A7E885238}"/>
          </ac:spMkLst>
        </pc:spChg>
        <pc:spChg chg="del">
          <ac:chgData name="Hongrui Luo" userId="8b37276b-23cd-4afb-a6b0-b621cb8e1ca7" providerId="ADAL" clId="{11BFC434-3EE5-41E5-9DA0-2450524EB54B}" dt="2026-03-06T00:57:21.932" v="111" actId="478"/>
          <ac:spMkLst>
            <pc:docMk/>
            <pc:sldMk cId="3670356576" sldId="258"/>
            <ac:spMk id="3" creationId="{CF523B19-BD29-DC2B-A126-782C36D19D10}"/>
          </ac:spMkLst>
        </pc:spChg>
        <pc:spChg chg="add mod">
          <ac:chgData name="Hongrui Luo" userId="8b37276b-23cd-4afb-a6b0-b621cb8e1ca7" providerId="ADAL" clId="{11BFC434-3EE5-41E5-9DA0-2450524EB54B}" dt="2026-03-06T00:58:31.273" v="178" actId="164"/>
          <ac:spMkLst>
            <pc:docMk/>
            <pc:sldMk cId="3670356576" sldId="258"/>
            <ac:spMk id="9" creationId="{D199939D-F691-288F-4F77-80F0DA6700F0}"/>
          </ac:spMkLst>
        </pc:spChg>
        <pc:spChg chg="add mod">
          <ac:chgData name="Hongrui Luo" userId="8b37276b-23cd-4afb-a6b0-b621cb8e1ca7" providerId="ADAL" clId="{11BFC434-3EE5-41E5-9DA0-2450524EB54B}" dt="2026-03-06T01:01:45.837" v="201" actId="164"/>
          <ac:spMkLst>
            <pc:docMk/>
            <pc:sldMk cId="3670356576" sldId="258"/>
            <ac:spMk id="15" creationId="{E5BFDE60-F6D4-59C7-AFB8-EAEF57BDD877}"/>
          </ac:spMkLst>
        </pc:spChg>
        <pc:spChg chg="add del mod">
          <ac:chgData name="Hongrui Luo" userId="8b37276b-23cd-4afb-a6b0-b621cb8e1ca7" providerId="ADAL" clId="{11BFC434-3EE5-41E5-9DA0-2450524EB54B}" dt="2026-03-06T00:59:23.807" v="200" actId="478"/>
          <ac:spMkLst>
            <pc:docMk/>
            <pc:sldMk cId="3670356576" sldId="258"/>
            <ac:spMk id="16" creationId="{039B46BE-E2EA-29E5-3184-C68CC45EFC4E}"/>
          </ac:spMkLst>
        </pc:spChg>
        <pc:spChg chg="add mod">
          <ac:chgData name="Hongrui Luo" userId="8b37276b-23cd-4afb-a6b0-b621cb8e1ca7" providerId="ADAL" clId="{11BFC434-3EE5-41E5-9DA0-2450524EB54B}" dt="2026-03-06T01:09:26.015" v="228" actId="164"/>
          <ac:spMkLst>
            <pc:docMk/>
            <pc:sldMk cId="3670356576" sldId="258"/>
            <ac:spMk id="18" creationId="{516FCCCB-5E8B-04C1-E6FB-FF96D452BAB8}"/>
          </ac:spMkLst>
        </pc:spChg>
        <pc:spChg chg="add mod">
          <ac:chgData name="Hongrui Luo" userId="8b37276b-23cd-4afb-a6b0-b621cb8e1ca7" providerId="ADAL" clId="{11BFC434-3EE5-41E5-9DA0-2450524EB54B}" dt="2026-03-06T01:09:26.015" v="228" actId="164"/>
          <ac:spMkLst>
            <pc:docMk/>
            <pc:sldMk cId="3670356576" sldId="258"/>
            <ac:spMk id="20" creationId="{6EC0B0E2-FAD9-248C-C13E-D5EB951AF56D}"/>
          </ac:spMkLst>
        </pc:spChg>
        <pc:grpChg chg="add mod">
          <ac:chgData name="Hongrui Luo" userId="8b37276b-23cd-4afb-a6b0-b621cb8e1ca7" providerId="ADAL" clId="{11BFC434-3EE5-41E5-9DA0-2450524EB54B}" dt="2026-03-06T01:01:45.837" v="201" actId="164"/>
          <ac:grpSpMkLst>
            <pc:docMk/>
            <pc:sldMk cId="3670356576" sldId="258"/>
            <ac:grpSpMk id="14" creationId="{1A416ACC-5285-8671-915E-963F978E4847}"/>
          </ac:grpSpMkLst>
        </pc:grpChg>
        <pc:grpChg chg="add mod">
          <ac:chgData name="Hongrui Luo" userId="8b37276b-23cd-4afb-a6b0-b621cb8e1ca7" providerId="ADAL" clId="{11BFC434-3EE5-41E5-9DA0-2450524EB54B}" dt="2026-03-06T01:09:26.015" v="228" actId="164"/>
          <ac:grpSpMkLst>
            <pc:docMk/>
            <pc:sldMk cId="3670356576" sldId="258"/>
            <ac:grpSpMk id="17" creationId="{8374B77A-39E5-B6DE-0CA1-ED7046C41C0E}"/>
          </ac:grpSpMkLst>
        </pc:grpChg>
        <pc:grpChg chg="add mod">
          <ac:chgData name="Hongrui Luo" userId="8b37276b-23cd-4afb-a6b0-b621cb8e1ca7" providerId="ADAL" clId="{11BFC434-3EE5-41E5-9DA0-2450524EB54B}" dt="2026-03-06T01:09:26.015" v="228" actId="164"/>
          <ac:grpSpMkLst>
            <pc:docMk/>
            <pc:sldMk cId="3670356576" sldId="258"/>
            <ac:grpSpMk id="23" creationId="{B8FFCA06-8FF1-EB5E-812C-FA1BEDA2DC2F}"/>
          </ac:grpSpMkLst>
        </pc:grpChg>
        <pc:picChg chg="add mod">
          <ac:chgData name="Hongrui Luo" userId="8b37276b-23cd-4afb-a6b0-b621cb8e1ca7" providerId="ADAL" clId="{11BFC434-3EE5-41E5-9DA0-2450524EB54B}" dt="2026-03-06T01:01:45.837" v="201" actId="164"/>
          <ac:picMkLst>
            <pc:docMk/>
            <pc:sldMk cId="3670356576" sldId="258"/>
            <ac:picMk id="5" creationId="{9195A707-BD0E-1C67-C8CD-ACF73C4BE244}"/>
          </ac:picMkLst>
        </pc:picChg>
        <pc:cxnChg chg="add mod">
          <ac:chgData name="Hongrui Luo" userId="8b37276b-23cd-4afb-a6b0-b621cb8e1ca7" providerId="ADAL" clId="{11BFC434-3EE5-41E5-9DA0-2450524EB54B}" dt="2026-03-06T00:58:31.273" v="178" actId="164"/>
          <ac:cxnSpMkLst>
            <pc:docMk/>
            <pc:sldMk cId="3670356576" sldId="258"/>
            <ac:cxnSpMk id="6" creationId="{46472DE8-4969-2449-EC61-0BD75613BBA1}"/>
          </ac:cxnSpMkLst>
        </pc:cxnChg>
        <pc:cxnChg chg="add mod">
          <ac:chgData name="Hongrui Luo" userId="8b37276b-23cd-4afb-a6b0-b621cb8e1ca7" providerId="ADAL" clId="{11BFC434-3EE5-41E5-9DA0-2450524EB54B}" dt="2026-03-06T00:58:31.273" v="178" actId="164"/>
          <ac:cxnSpMkLst>
            <pc:docMk/>
            <pc:sldMk cId="3670356576" sldId="258"/>
            <ac:cxnSpMk id="7" creationId="{AC8044E6-D57F-E545-BC56-DA18D00D9257}"/>
          </ac:cxnSpMkLst>
        </pc:cxnChg>
        <pc:cxnChg chg="add mod">
          <ac:chgData name="Hongrui Luo" userId="8b37276b-23cd-4afb-a6b0-b621cb8e1ca7" providerId="ADAL" clId="{11BFC434-3EE5-41E5-9DA0-2450524EB54B}" dt="2026-03-06T00:58:31.273" v="178" actId="164"/>
          <ac:cxnSpMkLst>
            <pc:docMk/>
            <pc:sldMk cId="3670356576" sldId="258"/>
            <ac:cxnSpMk id="8" creationId="{B8D5423A-54F8-4DF6-8074-02FACB5FD60D}"/>
          </ac:cxnSpMkLst>
        </pc:cxnChg>
        <pc:cxnChg chg="add mod">
          <ac:chgData name="Hongrui Luo" userId="8b37276b-23cd-4afb-a6b0-b621cb8e1ca7" providerId="ADAL" clId="{11BFC434-3EE5-41E5-9DA0-2450524EB54B}" dt="2026-03-06T01:09:26.015" v="228" actId="164"/>
          <ac:cxnSpMkLst>
            <pc:docMk/>
            <pc:sldMk cId="3670356576" sldId="258"/>
            <ac:cxnSpMk id="19" creationId="{18F90B24-7DBE-8579-8633-1A3E49DBD755}"/>
          </ac:cxnSpMkLst>
        </pc:cxnChg>
      </pc:sldChg>
    </pc:docChg>
  </pc:docChgLst>
  <pc:docChgLst>
    <pc:chgData name="Hongrui Luo" userId="8b37276b-23cd-4afb-a6b0-b621cb8e1ca7" providerId="ADAL" clId="{4A14D934-F705-4A80-8E0C-A75A42136537}"/>
    <pc:docChg chg="undo redo custSel modSld">
      <pc:chgData name="Hongrui Luo" userId="8b37276b-23cd-4afb-a6b0-b621cb8e1ca7" providerId="ADAL" clId="{4A14D934-F705-4A80-8E0C-A75A42136537}" dt="2026-02-19T21:01:57.821" v="134" actId="20577"/>
      <pc:docMkLst>
        <pc:docMk/>
      </pc:docMkLst>
      <pc:sldChg chg="addSp delSp modSp mod">
        <pc:chgData name="Hongrui Luo" userId="8b37276b-23cd-4afb-a6b0-b621cb8e1ca7" providerId="ADAL" clId="{4A14D934-F705-4A80-8E0C-A75A42136537}" dt="2026-02-19T21:01:57.821" v="134" actId="20577"/>
        <pc:sldMkLst>
          <pc:docMk/>
          <pc:sldMk cId="1415304513" sldId="256"/>
        </pc:sldMkLst>
        <pc:spChg chg="mod">
          <ac:chgData name="Hongrui Luo" userId="8b37276b-23cd-4afb-a6b0-b621cb8e1ca7" providerId="ADAL" clId="{4A14D934-F705-4A80-8E0C-A75A42136537}" dt="2026-02-19T21:00:39.870" v="110" actId="1076"/>
          <ac:spMkLst>
            <pc:docMk/>
            <pc:sldMk cId="1415304513" sldId="256"/>
            <ac:spMk id="26" creationId="{93C46073-2C29-5194-2F54-E85CF95CCD76}"/>
          </ac:spMkLst>
        </pc:spChg>
        <pc:spChg chg="mod">
          <ac:chgData name="Hongrui Luo" userId="8b37276b-23cd-4afb-a6b0-b621cb8e1ca7" providerId="ADAL" clId="{4A14D934-F705-4A80-8E0C-A75A42136537}" dt="2026-02-19T21:00:28.785" v="109" actId="1037"/>
          <ac:spMkLst>
            <pc:docMk/>
            <pc:sldMk cId="1415304513" sldId="256"/>
            <ac:spMk id="28" creationId="{03FB1D47-AF00-957F-DDD6-C3E67989CA77}"/>
          </ac:spMkLst>
        </pc:spChg>
        <pc:spChg chg="add mod">
          <ac:chgData name="Hongrui Luo" userId="8b37276b-23cd-4afb-a6b0-b621cb8e1ca7" providerId="ADAL" clId="{4A14D934-F705-4A80-8E0C-A75A42136537}" dt="2026-02-19T21:01:43.101" v="127" actId="1076"/>
          <ac:spMkLst>
            <pc:docMk/>
            <pc:sldMk cId="1415304513" sldId="256"/>
            <ac:spMk id="33" creationId="{97E993F2-DB41-62B8-C36A-5F8182D0F10D}"/>
          </ac:spMkLst>
        </pc:spChg>
        <pc:spChg chg="add mod">
          <ac:chgData name="Hongrui Luo" userId="8b37276b-23cd-4afb-a6b0-b621cb8e1ca7" providerId="ADAL" clId="{4A14D934-F705-4A80-8E0C-A75A42136537}" dt="2026-02-19T21:01:57.821" v="134" actId="20577"/>
          <ac:spMkLst>
            <pc:docMk/>
            <pc:sldMk cId="1415304513" sldId="256"/>
            <ac:spMk id="34" creationId="{D939799F-FB2F-4EB3-BC2A-D59C6307DE41}"/>
          </ac:spMkLst>
        </pc:spChg>
        <pc:cxnChg chg="add mod">
          <ac:chgData name="Hongrui Luo" userId="8b37276b-23cd-4afb-a6b0-b621cb8e1ca7" providerId="ADAL" clId="{4A14D934-F705-4A80-8E0C-A75A42136537}" dt="2026-02-19T20:58:24.640" v="3" actId="208"/>
          <ac:cxnSpMkLst>
            <pc:docMk/>
            <pc:sldMk cId="1415304513" sldId="256"/>
            <ac:cxnSpMk id="3" creationId="{00B0DCB6-70D7-1BF0-7EA4-3B70FD5A4884}"/>
          </ac:cxnSpMkLst>
        </pc:cxnChg>
        <pc:cxnChg chg="add mod">
          <ac:chgData name="Hongrui Luo" userId="8b37276b-23cd-4afb-a6b0-b621cb8e1ca7" providerId="ADAL" clId="{4A14D934-F705-4A80-8E0C-A75A42136537}" dt="2026-02-19T20:58:24.640" v="3" actId="208"/>
          <ac:cxnSpMkLst>
            <pc:docMk/>
            <pc:sldMk cId="1415304513" sldId="256"/>
            <ac:cxnSpMk id="4" creationId="{92D5E27D-3ACC-6CCC-FAEC-D23701874BFE}"/>
          </ac:cxnSpMkLst>
        </pc:cxnChg>
        <pc:cxnChg chg="add mod">
          <ac:chgData name="Hongrui Luo" userId="8b37276b-23cd-4afb-a6b0-b621cb8e1ca7" providerId="ADAL" clId="{4A14D934-F705-4A80-8E0C-A75A42136537}" dt="2026-02-19T20:58:47.661" v="5" actId="208"/>
          <ac:cxnSpMkLst>
            <pc:docMk/>
            <pc:sldMk cId="1415304513" sldId="256"/>
            <ac:cxnSpMk id="9" creationId="{E049F4D1-104F-A0F6-DBA4-C5BCF7288346}"/>
          </ac:cxnSpMkLst>
        </pc:cxnChg>
        <pc:cxnChg chg="add del mod">
          <ac:chgData name="Hongrui Luo" userId="8b37276b-23cd-4afb-a6b0-b621cb8e1ca7" providerId="ADAL" clId="{4A14D934-F705-4A80-8E0C-A75A42136537}" dt="2026-02-19T20:58:57.568" v="7"/>
          <ac:cxnSpMkLst>
            <pc:docMk/>
            <pc:sldMk cId="1415304513" sldId="256"/>
            <ac:cxnSpMk id="10" creationId="{148B2244-0AD8-66C9-CF3E-9D7E9B19977F}"/>
          </ac:cxnSpMkLst>
        </pc:cxnChg>
        <pc:cxnChg chg="add del mod">
          <ac:chgData name="Hongrui Luo" userId="8b37276b-23cd-4afb-a6b0-b621cb8e1ca7" providerId="ADAL" clId="{4A14D934-F705-4A80-8E0C-A75A42136537}" dt="2026-02-19T20:58:57.568" v="7"/>
          <ac:cxnSpMkLst>
            <pc:docMk/>
            <pc:sldMk cId="1415304513" sldId="256"/>
            <ac:cxnSpMk id="13" creationId="{98FCD31B-1FAE-3B4A-1D98-E4CA01A26393}"/>
          </ac:cxnSpMkLst>
        </pc:cxnChg>
        <pc:cxnChg chg="add del mod">
          <ac:chgData name="Hongrui Luo" userId="8b37276b-23cd-4afb-a6b0-b621cb8e1ca7" providerId="ADAL" clId="{4A14D934-F705-4A80-8E0C-A75A42136537}" dt="2026-02-19T20:58:57.568" v="7"/>
          <ac:cxnSpMkLst>
            <pc:docMk/>
            <pc:sldMk cId="1415304513" sldId="256"/>
            <ac:cxnSpMk id="14" creationId="{D72A9E35-6595-C770-E136-32754A707268}"/>
          </ac:cxnSpMkLst>
        </pc:cxnChg>
        <pc:cxnChg chg="add mod">
          <ac:chgData name="Hongrui Luo" userId="8b37276b-23cd-4afb-a6b0-b621cb8e1ca7" providerId="ADAL" clId="{4A14D934-F705-4A80-8E0C-A75A42136537}" dt="2026-02-19T20:59:40.681" v="17" actId="14100"/>
          <ac:cxnSpMkLst>
            <pc:docMk/>
            <pc:sldMk cId="1415304513" sldId="256"/>
            <ac:cxnSpMk id="15" creationId="{341976CD-7E82-0D04-8E0B-D474891368F8}"/>
          </ac:cxnSpMkLst>
        </pc:cxnChg>
        <pc:cxnChg chg="mod">
          <ac:chgData name="Hongrui Luo" userId="8b37276b-23cd-4afb-a6b0-b621cb8e1ca7" providerId="ADAL" clId="{4A14D934-F705-4A80-8E0C-A75A42136537}" dt="2026-02-19T21:00:21.657" v="48" actId="1038"/>
          <ac:cxnSpMkLst>
            <pc:docMk/>
            <pc:sldMk cId="1415304513" sldId="256"/>
            <ac:cxnSpMk id="18" creationId="{02FCC80A-51A8-7F5F-39A5-B306FFE0A9C5}"/>
          </ac:cxnSpMkLst>
        </pc:cxnChg>
        <pc:cxnChg chg="mod">
          <ac:chgData name="Hongrui Luo" userId="8b37276b-23cd-4afb-a6b0-b621cb8e1ca7" providerId="ADAL" clId="{4A14D934-F705-4A80-8E0C-A75A42136537}" dt="2026-02-19T21:00:08.748" v="21" actId="14100"/>
          <ac:cxnSpMkLst>
            <pc:docMk/>
            <pc:sldMk cId="1415304513" sldId="256"/>
            <ac:cxnSpMk id="21" creationId="{E12EB786-86DC-7EE7-3BFA-E32E747B265F}"/>
          </ac:cxnSpMkLst>
        </pc:cxnChg>
        <pc:cxnChg chg="add mod">
          <ac:chgData name="Hongrui Luo" userId="8b37276b-23cd-4afb-a6b0-b621cb8e1ca7" providerId="ADAL" clId="{4A14D934-F705-4A80-8E0C-A75A42136537}" dt="2026-02-19T20:59:36.657" v="16" actId="14100"/>
          <ac:cxnSpMkLst>
            <pc:docMk/>
            <pc:sldMk cId="1415304513" sldId="256"/>
            <ac:cxnSpMk id="22" creationId="{4E62133F-B7B4-216C-2163-D58C5D8CFAFD}"/>
          </ac:cxnSpMkLst>
        </pc:cxnChg>
        <pc:cxnChg chg="add mod">
          <ac:chgData name="Hongrui Luo" userId="8b37276b-23cd-4afb-a6b0-b621cb8e1ca7" providerId="ADAL" clId="{4A14D934-F705-4A80-8E0C-A75A42136537}" dt="2026-02-19T20:59:51.068" v="20" actId="14100"/>
          <ac:cxnSpMkLst>
            <pc:docMk/>
            <pc:sldMk cId="1415304513" sldId="256"/>
            <ac:cxnSpMk id="27" creationId="{49BE314B-5CBD-3306-2559-CA6405F7BCED}"/>
          </ac:cxnSpMkLst>
        </pc:cxnChg>
      </pc:sldChg>
    </pc:docChg>
  </pc:docChgLst>
  <pc:docChgLst>
    <pc:chgData name="Hongrui Luo" userId="8b37276b-23cd-4afb-a6b0-b621cb8e1ca7" providerId="ADAL" clId="{7315937C-F604-412E-8B27-68A5CF011A3C}"/>
    <pc:docChg chg="undo redo custSel addSld modSld">
      <pc:chgData name="Hongrui Luo" userId="8b37276b-23cd-4afb-a6b0-b621cb8e1ca7" providerId="ADAL" clId="{7315937C-F604-412E-8B27-68A5CF011A3C}" dt="2026-02-19T16:03:54.679" v="146" actId="207"/>
      <pc:docMkLst>
        <pc:docMk/>
      </pc:docMkLst>
      <pc:sldChg chg="addSp delSp modSp new mod">
        <pc:chgData name="Hongrui Luo" userId="8b37276b-23cd-4afb-a6b0-b621cb8e1ca7" providerId="ADAL" clId="{7315937C-F604-412E-8B27-68A5CF011A3C}" dt="2026-02-19T16:03:54.679" v="146" actId="207"/>
        <pc:sldMkLst>
          <pc:docMk/>
          <pc:sldMk cId="1415304513" sldId="256"/>
        </pc:sldMkLst>
        <pc:spChg chg="del">
          <ac:chgData name="Hongrui Luo" userId="8b37276b-23cd-4afb-a6b0-b621cb8e1ca7" providerId="ADAL" clId="{7315937C-F604-412E-8B27-68A5CF011A3C}" dt="2026-02-19T15:53:47.481" v="1" actId="478"/>
          <ac:spMkLst>
            <pc:docMk/>
            <pc:sldMk cId="1415304513" sldId="256"/>
            <ac:spMk id="2" creationId="{54F259D3-27E6-8B06-2DE8-5CFFFC771A45}"/>
          </ac:spMkLst>
        </pc:spChg>
        <pc:spChg chg="del">
          <ac:chgData name="Hongrui Luo" userId="8b37276b-23cd-4afb-a6b0-b621cb8e1ca7" providerId="ADAL" clId="{7315937C-F604-412E-8B27-68A5CF011A3C}" dt="2026-02-19T15:53:47.481" v="1" actId="478"/>
          <ac:spMkLst>
            <pc:docMk/>
            <pc:sldMk cId="1415304513" sldId="256"/>
            <ac:spMk id="3" creationId="{EFD6049A-7962-1F8D-9BAF-646A325909AE}"/>
          </ac:spMkLst>
        </pc:spChg>
        <pc:spChg chg="add mod">
          <ac:chgData name="Hongrui Luo" userId="8b37276b-23cd-4afb-a6b0-b621cb8e1ca7" providerId="ADAL" clId="{7315937C-F604-412E-8B27-68A5CF011A3C}" dt="2026-02-19T15:59:17" v="70" actId="207"/>
          <ac:spMkLst>
            <pc:docMk/>
            <pc:sldMk cId="1415304513" sldId="256"/>
            <ac:spMk id="11" creationId="{02961A78-834F-356B-7FC5-E72E05329212}"/>
          </ac:spMkLst>
        </pc:spChg>
        <pc:spChg chg="add mod">
          <ac:chgData name="Hongrui Luo" userId="8b37276b-23cd-4afb-a6b0-b621cb8e1ca7" providerId="ADAL" clId="{7315937C-F604-412E-8B27-68A5CF011A3C}" dt="2026-02-19T15:59:04.684" v="69" actId="207"/>
          <ac:spMkLst>
            <pc:docMk/>
            <pc:sldMk cId="1415304513" sldId="256"/>
            <ac:spMk id="12" creationId="{E0166426-9131-5DF0-EEFB-9C6946210E2E}"/>
          </ac:spMkLst>
        </pc:spChg>
        <pc:spChg chg="add del mod">
          <ac:chgData name="Hongrui Luo" userId="8b37276b-23cd-4afb-a6b0-b621cb8e1ca7" providerId="ADAL" clId="{7315937C-F604-412E-8B27-68A5CF011A3C}" dt="2026-02-19T16:01:44.731" v="105" actId="478"/>
          <ac:spMkLst>
            <pc:docMk/>
            <pc:sldMk cId="1415304513" sldId="256"/>
            <ac:spMk id="25" creationId="{F115A8DA-15EF-00FB-1186-1C0BA1858334}"/>
          </ac:spMkLst>
        </pc:spChg>
        <pc:spChg chg="add mod">
          <ac:chgData name="Hongrui Luo" userId="8b37276b-23cd-4afb-a6b0-b621cb8e1ca7" providerId="ADAL" clId="{7315937C-F604-412E-8B27-68A5CF011A3C}" dt="2026-02-19T16:03:01.522" v="132" actId="207"/>
          <ac:spMkLst>
            <pc:docMk/>
            <pc:sldMk cId="1415304513" sldId="256"/>
            <ac:spMk id="26" creationId="{93C46073-2C29-5194-2F54-E85CF95CCD76}"/>
          </ac:spMkLst>
        </pc:spChg>
        <pc:spChg chg="add mod">
          <ac:chgData name="Hongrui Luo" userId="8b37276b-23cd-4afb-a6b0-b621cb8e1ca7" providerId="ADAL" clId="{7315937C-F604-412E-8B27-68A5CF011A3C}" dt="2026-02-19T16:03:54.679" v="146" actId="207"/>
          <ac:spMkLst>
            <pc:docMk/>
            <pc:sldMk cId="1415304513" sldId="256"/>
            <ac:spMk id="28" creationId="{03FB1D47-AF00-957F-DDD6-C3E67989CA77}"/>
          </ac:spMkLst>
        </pc:spChg>
        <pc:picChg chg="add mod">
          <ac:chgData name="Hongrui Luo" userId="8b37276b-23cd-4afb-a6b0-b621cb8e1ca7" providerId="ADAL" clId="{7315937C-F604-412E-8B27-68A5CF011A3C}" dt="2026-02-19T16:03:15.788" v="136" actId="1076"/>
          <ac:picMkLst>
            <pc:docMk/>
            <pc:sldMk cId="1415304513" sldId="256"/>
            <ac:picMk id="5" creationId="{B06BEE04-27BF-F911-DD45-74296636E864}"/>
          </ac:picMkLst>
        </pc:picChg>
        <pc:cxnChg chg="add mod">
          <ac:chgData name="Hongrui Luo" userId="8b37276b-23cd-4afb-a6b0-b621cb8e1ca7" providerId="ADAL" clId="{7315937C-F604-412E-8B27-68A5CF011A3C}" dt="2026-02-19T15:58:20.246" v="20" actId="1038"/>
          <ac:cxnSpMkLst>
            <pc:docMk/>
            <pc:sldMk cId="1415304513" sldId="256"/>
            <ac:cxnSpMk id="7" creationId="{DF11A6DF-D6A1-171B-2319-89B1D79F82F6}"/>
          </ac:cxnSpMkLst>
        </pc:cxnChg>
        <pc:cxnChg chg="add mod">
          <ac:chgData name="Hongrui Luo" userId="8b37276b-23cd-4afb-a6b0-b621cb8e1ca7" providerId="ADAL" clId="{7315937C-F604-412E-8B27-68A5CF011A3C}" dt="2026-02-19T15:57:15.218" v="14" actId="692"/>
          <ac:cxnSpMkLst>
            <pc:docMk/>
            <pc:sldMk cId="1415304513" sldId="256"/>
            <ac:cxnSpMk id="8" creationId="{8F3E2673-ABBC-B069-E64A-AEA658A9CA87}"/>
          </ac:cxnSpMkLst>
        </pc:cxnChg>
        <pc:cxnChg chg="add del mod">
          <ac:chgData name="Hongrui Luo" userId="8b37276b-23cd-4afb-a6b0-b621cb8e1ca7" providerId="ADAL" clId="{7315937C-F604-412E-8B27-68A5CF011A3C}" dt="2026-02-19T15:59:33.461" v="72" actId="11529"/>
          <ac:cxnSpMkLst>
            <pc:docMk/>
            <pc:sldMk cId="1415304513" sldId="256"/>
            <ac:cxnSpMk id="14" creationId="{0C0B224F-0A5B-F46C-803E-6EE6FB5062F9}"/>
          </ac:cxnSpMkLst>
        </pc:cxnChg>
        <pc:cxnChg chg="add mod">
          <ac:chgData name="Hongrui Luo" userId="8b37276b-23cd-4afb-a6b0-b621cb8e1ca7" providerId="ADAL" clId="{7315937C-F604-412E-8B27-68A5CF011A3C}" dt="2026-02-19T15:59:56.125" v="75" actId="692"/>
          <ac:cxnSpMkLst>
            <pc:docMk/>
            <pc:sldMk cId="1415304513" sldId="256"/>
            <ac:cxnSpMk id="16" creationId="{3C841062-7D29-49D1-2E7C-F4E98D487DBD}"/>
          </ac:cxnSpMkLst>
        </pc:cxnChg>
        <pc:cxnChg chg="add mod">
          <ac:chgData name="Hongrui Luo" userId="8b37276b-23cd-4afb-a6b0-b621cb8e1ca7" providerId="ADAL" clId="{7315937C-F604-412E-8B27-68A5CF011A3C}" dt="2026-02-19T16:03:28.056" v="140" actId="14100"/>
          <ac:cxnSpMkLst>
            <pc:docMk/>
            <pc:sldMk cId="1415304513" sldId="256"/>
            <ac:cxnSpMk id="18" creationId="{02FCC80A-51A8-7F5F-39A5-B306FFE0A9C5}"/>
          </ac:cxnSpMkLst>
        </pc:cxnChg>
        <pc:cxnChg chg="add mod">
          <ac:chgData name="Hongrui Luo" userId="8b37276b-23cd-4afb-a6b0-b621cb8e1ca7" providerId="ADAL" clId="{7315937C-F604-412E-8B27-68A5CF011A3C}" dt="2026-02-19T16:03:09.740" v="133" actId="14100"/>
          <ac:cxnSpMkLst>
            <pc:docMk/>
            <pc:sldMk cId="1415304513" sldId="256"/>
            <ac:cxnSpMk id="21" creationId="{E12EB786-86DC-7EE7-3BFA-E32E747B265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64D02-AA48-EE86-951B-93E6E65C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7E408-5A5A-EAE1-3340-605431503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3AE72-844C-0890-5ABA-3F26C159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959AE-6119-2822-23CA-E31260A3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402D7-6EA7-C68B-6C01-E60F88EB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54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EF52-E0C0-5391-9890-BBCD6013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AD962-A489-7FEB-C81D-9735F4D4B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CE57F-D5EE-04F1-6710-1D470F1E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A8C92-0A4C-3302-1702-6438BDE6E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D49EB-06AE-E36B-31EC-13D1894AF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57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390D6-4347-7335-F153-69461F383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FBA5B-9596-6F1D-7061-8BBC4F80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45180-D588-BFE1-5501-1C51B88E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2A76D-6819-9454-5860-134EC2A3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2FAD4-0A62-7917-8D14-F01063D0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4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33DB-BCB3-91E3-0A9D-08217115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8E4DE-0017-4AAA-5DAF-D1C1F6930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620A8-E355-7EFB-10A9-9E189E955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5E35D-CF04-B0E1-2FCC-CAAC0237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171BC-A1C3-55DA-25A7-D9BCE6FC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1F973-4581-6A46-AE5C-28986F01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1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A3E37-47F4-0AD4-F0C8-123F2F6D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836BD-3D70-6400-00BA-7B9789A31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FDCF9-6143-1A6A-F561-034C69DF4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30288-1762-7625-A99B-A852D3250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569D3-BB81-CE06-B3CC-F35F57B33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46971-89BF-68E5-2130-477FCD1A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5F7A5-4F28-5D12-A6FC-51371958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B9E51-4A22-7FF9-EC6C-C2A194E7F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47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6F5D-C5D9-99E3-DEF0-EED75FD7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677EC-B308-BA68-9D72-025BD139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86DF-A56E-F55D-26D4-CAF1AA9C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6A3A6-558F-F09C-9AB9-66D5387B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4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8EF49-57C7-B0D0-B505-D38BB31E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8DE82-21A8-479A-1032-0324CE068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A0175-53B0-53CE-D6D1-BAFE3D1D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4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8A1C2-912B-3A35-FBF9-4847473A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BA652-840D-EE8E-2B53-E51C7B462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EADE2-02D9-93A6-A2FC-1EFD9EBBE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FE5F2-77A2-AEE1-18D3-76F2A943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76A82-7A99-185C-4A65-AF762A08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DD1F2-363B-4C73-8ED0-55D34249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39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A9D0-A862-C4BB-2B1E-BB331C96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E5FA4-BD54-E8D9-5311-BB574972A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52AF9-F9C9-BFC9-4F75-92FD6B207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4A812-80A2-7F63-5310-34045FB5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0905E-8036-0FF9-41AB-1F027B5A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0C7AE-2AE9-DFDE-012B-9A5B9D5F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C483-C48E-E4A4-B7CF-9980CEE9D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972CC-C3D9-E704-A809-D738C0E15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44A45-26EC-D3AA-1B1C-B430543F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C13FE-1F8D-F175-6707-DB8EF798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87BAC-C008-1211-997A-65976E92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79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B858AE-3A0D-2F85-1E86-CA4AE94FC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AA4DF-7DED-FDE5-DBC4-08B108923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659C6-5C7A-4664-CF6A-F63FB094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00810-7F1F-178F-0F13-1C406A4BB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E0B03-4BFD-8523-2087-65084236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68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2E33F-C971-3FFF-A138-9CC7733D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20B78-8F95-8863-C27C-FB00EAD1E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8D3EE-75B6-3FD0-3B12-41B599358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E569A-35F0-4771-9635-071F9C29A36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E121C-7004-B4DE-8A62-7480BED59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41813-F91C-38DF-45BE-F9892B243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37183-CD46-485D-B16B-9E51635CE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5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1F23553-9445-344D-72D7-91F5007EF915}"/>
              </a:ext>
            </a:extLst>
          </p:cNvPr>
          <p:cNvGrpSpPr/>
          <p:nvPr/>
        </p:nvGrpSpPr>
        <p:grpSpPr>
          <a:xfrm>
            <a:off x="1524000" y="0"/>
            <a:ext cx="9144000" cy="6858000"/>
            <a:chOff x="1524000" y="0"/>
            <a:chExt cx="9144000" cy="6858000"/>
          </a:xfrm>
        </p:grpSpPr>
        <p:pic>
          <p:nvPicPr>
            <p:cNvPr id="5" name="Picture 4" descr="A large blue machine in a room&#10;&#10;Description automatically generated">
              <a:extLst>
                <a:ext uri="{FF2B5EF4-FFF2-40B4-BE49-F238E27FC236}">
                  <a16:creationId xmlns:a16="http://schemas.microsoft.com/office/drawing/2014/main" id="{8568A11C-9000-D5F2-1A22-C4E06C31C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0"/>
              <a:ext cx="9144000" cy="6858000"/>
            </a:xfrm>
            <a:prstGeom prst="rect">
              <a:avLst/>
            </a:prstGeom>
          </p:spPr>
        </p:pic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9F005D0A-FC18-6132-BE60-A97E094B6481}"/>
                </a:ext>
              </a:extLst>
            </p:cNvPr>
            <p:cNvSpPr/>
            <p:nvPr/>
          </p:nvSpPr>
          <p:spPr>
            <a:xfrm rot="2700000">
              <a:off x="5800624" y="1809074"/>
              <a:ext cx="2121022" cy="1252728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TEST SECTION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3684DE2-9EAD-14DA-A891-7F6EA645BDDA}"/>
                </a:ext>
              </a:extLst>
            </p:cNvPr>
            <p:cNvSpPr/>
            <p:nvPr/>
          </p:nvSpPr>
          <p:spPr>
            <a:xfrm rot="2700000">
              <a:off x="1490752" y="1010498"/>
              <a:ext cx="2121022" cy="1252728"/>
            </a:xfrm>
            <a:prstGeom prst="rightArrow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INLET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DA8BFF9D-5F40-99D7-5C34-DD80BBAF98DD}"/>
                </a:ext>
              </a:extLst>
            </p:cNvPr>
            <p:cNvSpPr/>
            <p:nvPr/>
          </p:nvSpPr>
          <p:spPr>
            <a:xfrm rot="2700000">
              <a:off x="7580657" y="1220809"/>
              <a:ext cx="2121022" cy="1252728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OUTLET</a:t>
              </a: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CEDD4EB2-095B-9706-F844-37A25779A4A0}"/>
                </a:ext>
              </a:extLst>
            </p:cNvPr>
            <p:cNvSpPr/>
            <p:nvPr/>
          </p:nvSpPr>
          <p:spPr>
            <a:xfrm rot="20270316">
              <a:off x="2847098" y="4106476"/>
              <a:ext cx="7004304" cy="905256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  <a:alpha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solidFill>
                    <a:schemeClr val="tx1"/>
                  </a:solidFill>
                </a:rPr>
                <a:t>FLOW DIRECTION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606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6BEE04-27BF-F911-DD45-74296636E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11A6DF-D6A1-171B-2319-89B1D79F82F6}"/>
              </a:ext>
            </a:extLst>
          </p:cNvPr>
          <p:cNvCxnSpPr/>
          <p:nvPr/>
        </p:nvCxnSpPr>
        <p:spPr>
          <a:xfrm flipV="1">
            <a:off x="6315017" y="1934308"/>
            <a:ext cx="0" cy="1120391"/>
          </a:xfrm>
          <a:prstGeom prst="straightConnector1">
            <a:avLst/>
          </a:prstGeom>
          <a:ln w="25400">
            <a:solidFill>
              <a:schemeClr val="accent5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3E2673-ABBC-B069-E64A-AEA658A9CA87}"/>
              </a:ext>
            </a:extLst>
          </p:cNvPr>
          <p:cNvCxnSpPr>
            <a:cxnSpLocks/>
          </p:cNvCxnSpPr>
          <p:nvPr/>
        </p:nvCxnSpPr>
        <p:spPr>
          <a:xfrm>
            <a:off x="6305341" y="3054699"/>
            <a:ext cx="1082430" cy="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2961A78-834F-356B-7FC5-E72E05329212}"/>
              </a:ext>
            </a:extLst>
          </p:cNvPr>
          <p:cNvSpPr/>
          <p:nvPr/>
        </p:nvSpPr>
        <p:spPr>
          <a:xfrm>
            <a:off x="6249711" y="2512925"/>
            <a:ext cx="130612" cy="1306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166426-9131-5DF0-EEFB-9C6946210E2E}"/>
              </a:ext>
            </a:extLst>
          </p:cNvPr>
          <p:cNvSpPr/>
          <p:nvPr/>
        </p:nvSpPr>
        <p:spPr>
          <a:xfrm>
            <a:off x="4989202" y="2989393"/>
            <a:ext cx="130612" cy="130612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841062-7D29-49D1-2E7C-F4E98D487DBD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077597" y="1867152"/>
            <a:ext cx="1191242" cy="6649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FCC80A-51A8-7F5F-39A5-B306FFE0A9C5}"/>
              </a:ext>
            </a:extLst>
          </p:cNvPr>
          <p:cNvCxnSpPr>
            <a:cxnSpLocks/>
          </p:cNvCxnSpPr>
          <p:nvPr/>
        </p:nvCxnSpPr>
        <p:spPr>
          <a:xfrm>
            <a:off x="1795463" y="1867151"/>
            <a:ext cx="328213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2EB786-86DC-7EE7-3BFA-E32E747B265F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1795463" y="3054699"/>
            <a:ext cx="3193739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3C46073-2C29-5194-2F54-E85CF95CCD76}"/>
              </a:ext>
            </a:extLst>
          </p:cNvPr>
          <p:cNvSpPr/>
          <p:nvPr/>
        </p:nvSpPr>
        <p:spPr>
          <a:xfrm>
            <a:off x="1802018" y="2503959"/>
            <a:ext cx="1896535" cy="503156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 Zero Location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FB1D47-AF00-957F-DDD6-C3E67989CA77}"/>
              </a:ext>
            </a:extLst>
          </p:cNvPr>
          <p:cNvSpPr/>
          <p:nvPr/>
        </p:nvSpPr>
        <p:spPr>
          <a:xfrm>
            <a:off x="1802018" y="1316412"/>
            <a:ext cx="1896535" cy="503156"/>
          </a:xfrm>
          <a:prstGeom prst="rect">
            <a:avLst/>
          </a:prstGeom>
          <a:solidFill>
            <a:schemeClr val="accent2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 Zero Location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B0DCB6-70D7-1BF0-7EA4-3B70FD5A4884}"/>
              </a:ext>
            </a:extLst>
          </p:cNvPr>
          <p:cNvCxnSpPr/>
          <p:nvPr/>
        </p:nvCxnSpPr>
        <p:spPr>
          <a:xfrm>
            <a:off x="5055394" y="3120005"/>
            <a:ext cx="0" cy="8090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D5E27D-3ACC-6CCC-FAEC-D23701874BFE}"/>
              </a:ext>
            </a:extLst>
          </p:cNvPr>
          <p:cNvCxnSpPr/>
          <p:nvPr/>
        </p:nvCxnSpPr>
        <p:spPr>
          <a:xfrm>
            <a:off x="6315017" y="3091430"/>
            <a:ext cx="0" cy="8090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49F4D1-104F-A0F6-DBA4-C5BCF7288346}"/>
              </a:ext>
            </a:extLst>
          </p:cNvPr>
          <p:cNvCxnSpPr/>
          <p:nvPr/>
        </p:nvCxnSpPr>
        <p:spPr>
          <a:xfrm>
            <a:off x="5055394" y="3517900"/>
            <a:ext cx="124994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1976CD-7E82-0D04-8E0B-D474891368F8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5119814" y="2578231"/>
            <a:ext cx="11298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62133F-B7B4-216C-2163-D58C5D8CFAFD}"/>
              </a:ext>
            </a:extLst>
          </p:cNvPr>
          <p:cNvCxnSpPr>
            <a:cxnSpLocks/>
            <a:endCxn id="12" idx="6"/>
          </p:cNvCxnSpPr>
          <p:nvPr/>
        </p:nvCxnSpPr>
        <p:spPr>
          <a:xfrm flipH="1">
            <a:off x="5119814" y="3054699"/>
            <a:ext cx="2808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BE314B-5CBD-3306-2559-CA6405F7BCED}"/>
              </a:ext>
            </a:extLst>
          </p:cNvPr>
          <p:cNvCxnSpPr>
            <a:cxnSpLocks/>
          </p:cNvCxnSpPr>
          <p:nvPr/>
        </p:nvCxnSpPr>
        <p:spPr>
          <a:xfrm flipV="1">
            <a:off x="5236369" y="2578231"/>
            <a:ext cx="0" cy="47646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7E993F2-DB41-62B8-C36A-5F8182D0F10D}"/>
              </a:ext>
            </a:extLst>
          </p:cNvPr>
          <p:cNvSpPr txBox="1"/>
          <p:nvPr/>
        </p:nvSpPr>
        <p:spPr>
          <a:xfrm>
            <a:off x="5283527" y="3538816"/>
            <a:ext cx="779381" cy="369332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3.25D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39799F-FB2F-4EB3-BC2A-D59C6307DE41}"/>
              </a:ext>
            </a:extLst>
          </p:cNvPr>
          <p:cNvSpPr txBox="1"/>
          <p:nvPr/>
        </p:nvSpPr>
        <p:spPr>
          <a:xfrm>
            <a:off x="5288452" y="2631799"/>
            <a:ext cx="933269" cy="369332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D+d</a:t>
            </a:r>
            <a:r>
              <a:rPr lang="en-US" dirty="0"/>
              <a:t>)/2</a:t>
            </a:r>
          </a:p>
        </p:txBody>
      </p:sp>
    </p:spTree>
    <p:extLst>
      <p:ext uri="{BB962C8B-B14F-4D97-AF65-F5344CB8AC3E}">
        <p14:creationId xmlns:p14="http://schemas.microsoft.com/office/powerpoint/2010/main" val="141530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8FFCA06-8FF1-EB5E-812C-FA1BEDA2DC2F}"/>
              </a:ext>
            </a:extLst>
          </p:cNvPr>
          <p:cNvGrpSpPr/>
          <p:nvPr/>
        </p:nvGrpSpPr>
        <p:grpSpPr>
          <a:xfrm>
            <a:off x="1524000" y="0"/>
            <a:ext cx="9144000" cy="6858000"/>
            <a:chOff x="1524000" y="0"/>
            <a:chExt cx="9144000" cy="68580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374B77A-39E5-B6DE-0CA1-ED7046C41C0E}"/>
                </a:ext>
              </a:extLst>
            </p:cNvPr>
            <p:cNvGrpSpPr/>
            <p:nvPr/>
          </p:nvGrpSpPr>
          <p:grpSpPr>
            <a:xfrm>
              <a:off x="1524000" y="0"/>
              <a:ext cx="9144000" cy="6858000"/>
              <a:chOff x="1524000" y="0"/>
              <a:chExt cx="9144000" cy="6858000"/>
            </a:xfrm>
          </p:grpSpPr>
          <p:pic>
            <p:nvPicPr>
              <p:cNvPr id="5" name="Picture 4" descr="A yellow balloon in a transparent box&#10;&#10;Description automatically generated">
                <a:extLst>
                  <a:ext uri="{FF2B5EF4-FFF2-40B4-BE49-F238E27FC236}">
                    <a16:creationId xmlns:a16="http://schemas.microsoft.com/office/drawing/2014/main" id="{9195A707-BD0E-1C67-C8CD-ACF73C4BE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4000" y="0"/>
                <a:ext cx="9144000" cy="6858000"/>
              </a:xfrm>
              <a:prstGeom prst="rect">
                <a:avLst/>
              </a:prstGeom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A416ACC-5285-8671-915E-963F978E4847}"/>
                  </a:ext>
                </a:extLst>
              </p:cNvPr>
              <p:cNvGrpSpPr/>
              <p:nvPr/>
            </p:nvGrpSpPr>
            <p:grpSpPr>
              <a:xfrm>
                <a:off x="5236369" y="3189855"/>
                <a:ext cx="1342231" cy="837633"/>
                <a:chOff x="5236369" y="3262880"/>
                <a:chExt cx="1329473" cy="837633"/>
              </a:xfrm>
            </p:grpSpPr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46472DE8-4969-2449-EC61-0BD75613BB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6369" y="3291455"/>
                  <a:ext cx="0" cy="80905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AC8044E6-D57F-E545-BC56-DA18D00D92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5842" y="3262880"/>
                  <a:ext cx="0" cy="80905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B8D5423A-54F8-4DF6-8074-02FACB5FD6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6369" y="3689350"/>
                  <a:ext cx="1329473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199939D-F691-288F-4F77-80F0DA6700F0}"/>
                    </a:ext>
                  </a:extLst>
                </p:cNvPr>
                <p:cNvSpPr txBox="1"/>
                <p:nvPr/>
              </p:nvSpPr>
              <p:spPr>
                <a:xfrm>
                  <a:off x="5753428" y="3710266"/>
                  <a:ext cx="342572" cy="369332"/>
                </a:xfrm>
                <a:prstGeom prst="rect">
                  <a:avLst/>
                </a:prstGeom>
                <a:solidFill>
                  <a:schemeClr val="bg1"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D</a:t>
                  </a:r>
                </a:p>
              </p:txBody>
            </p:sp>
          </p:grpSp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E5BFDE60-F6D4-59C7-AFB8-EAEF57BDD877}"/>
                  </a:ext>
                </a:extLst>
              </p:cNvPr>
              <p:cNvSpPr/>
              <p:nvPr/>
            </p:nvSpPr>
            <p:spPr>
              <a:xfrm>
                <a:off x="2429167" y="957640"/>
                <a:ext cx="7004304" cy="905256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  <a:alpha val="6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>
                    <a:solidFill>
                      <a:schemeClr val="tx1"/>
                    </a:solidFill>
                  </a:rPr>
                  <a:t>FLOW DIRECTION</a:t>
                </a:r>
              </a:p>
            </p:txBody>
          </p: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16FCCCB-5E8B-04C1-E6FB-FF96D452BAB8}"/>
                </a:ext>
              </a:extLst>
            </p:cNvPr>
            <p:cNvSpPr/>
            <p:nvPr/>
          </p:nvSpPr>
          <p:spPr>
            <a:xfrm>
              <a:off x="7419982" y="5049988"/>
              <a:ext cx="130612" cy="13061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8F90B24-7DBE-8579-8633-1A3E49DBD755}"/>
                </a:ext>
              </a:extLst>
            </p:cNvPr>
            <p:cNvCxnSpPr>
              <a:cxnSpLocks/>
              <a:stCxn id="20" idx="3"/>
              <a:endCxn id="18" idx="2"/>
            </p:cNvCxnSpPr>
            <p:nvPr/>
          </p:nvCxnSpPr>
          <p:spPr>
            <a:xfrm>
              <a:off x="4325702" y="4442752"/>
              <a:ext cx="3094280" cy="67254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EC0B0E2-FAD9-248C-C13E-D5EB951AF56D}"/>
                </a:ext>
              </a:extLst>
            </p:cNvPr>
            <p:cNvSpPr/>
            <p:nvPr/>
          </p:nvSpPr>
          <p:spPr>
            <a:xfrm>
              <a:off x="2429167" y="4191174"/>
              <a:ext cx="1896535" cy="503156"/>
            </a:xfrm>
            <a:prstGeom prst="rect">
              <a:avLst/>
            </a:prstGeom>
            <a:solidFill>
              <a:schemeClr val="accent6">
                <a:lumMod val="75000"/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Dynamometer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0356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23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Hongrui Luo</dc:creator>
  <cp:lastModifiedBy>Hongrui Luo</cp:lastModifiedBy>
  <cp:revision>1</cp:revision>
  <dcterms:created xsi:type="dcterms:W3CDTF">2026-02-19T15:53:41Z</dcterms:created>
  <dcterms:modified xsi:type="dcterms:W3CDTF">2026-03-06T01:09:35Z</dcterms:modified>
</cp:coreProperties>
</file>