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6" r:id="rId1"/>
  </p:sldMasterIdLst>
  <p:notesMasterIdLst>
    <p:notesMasterId r:id="rId13"/>
  </p:notesMasterIdLst>
  <p:handoutMasterIdLst>
    <p:handoutMasterId r:id="rId14"/>
  </p:handoutMasterIdLst>
  <p:sldIdLst>
    <p:sldId id="266" r:id="rId2"/>
    <p:sldId id="267" r:id="rId3"/>
    <p:sldId id="268" r:id="rId4"/>
    <p:sldId id="269" r:id="rId5"/>
    <p:sldId id="270" r:id="rId6"/>
    <p:sldId id="271" r:id="rId7"/>
    <p:sldId id="278" r:id="rId8"/>
    <p:sldId id="273" r:id="rId9"/>
    <p:sldId id="277" r:id="rId10"/>
    <p:sldId id="279" r:id="rId11"/>
    <p:sldId id="275" r:id="rId12"/>
  </p:sldIdLst>
  <p:sldSz cx="12192000" cy="6858000"/>
  <p:notesSz cx="6858000" cy="9144000"/>
  <p:embeddedFontLst>
    <p:embeddedFont>
      <p:font typeface="Acumin Pro" panose="020B0604020202020204" charset="0"/>
      <p:regular r:id="rId15"/>
      <p:bold r:id="rId16"/>
      <p:italic r:id="rId17"/>
      <p:boldItalic r:id="rId18"/>
    </p:embeddedFont>
    <p:embeddedFont>
      <p:font typeface="Calibri" panose="020F0502020204030204" pitchFamily="34" charset="0"/>
      <p:regular r:id="rId19"/>
      <p:bold r:id="rId20"/>
      <p:italic r:id="rId21"/>
      <p:boldItalic r:id="rId22"/>
    </p:embeddedFont>
    <p:embeddedFont>
      <p:font typeface="Cambria Math" panose="02040503050406030204" pitchFamily="18" charset="0"/>
      <p:regular r:id="rId23"/>
    </p:embeddedFont>
    <p:embeddedFont>
      <p:font typeface="Franklin Gothic Book" panose="020B0503020102020204" pitchFamily="34" charset="0"/>
      <p:regular r:id="rId24"/>
      <p:italic r:id="rId25"/>
    </p:embeddedFont>
    <p:embeddedFont>
      <p:font typeface="Franklin Gothic Medium" panose="020B0603020102020204" pitchFamily="34" charset="0"/>
      <p:regular r:id="rId26"/>
      <p:italic r:id="rId27"/>
    </p:embeddedFont>
    <p:embeddedFont>
      <p:font typeface="Franklin Gothic Medium Cond" panose="020B0606030402020204" pitchFamily="34" charset="0"/>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34C11A-1375-D42F-9F1E-208DD6EC1EAC}" name="Aditya Anilkumar" initials="AA" userId="Aditya Anilkumar"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1E7204-2B66-4B4E-9957-2B6FAA45F4A4}" v="40" dt="2026-03-26T23:38:19.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8"/>
    <p:restoredTop sz="96301"/>
  </p:normalViewPr>
  <p:slideViewPr>
    <p:cSldViewPr snapToGrid="0" snapToObjects="1">
      <p:cViewPr varScale="1">
        <p:scale>
          <a:sx n="106" d="100"/>
          <a:sy n="106" d="100"/>
        </p:scale>
        <p:origin x="738" y="11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6" d="100"/>
          <a:sy n="96" d="100"/>
        </p:scale>
        <p:origin x="383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ine Helen May" userId="f69c5069-1bc6-4eeb-97a5-d942fd4b69e8" providerId="ADAL" clId="{6A8307FB-5947-43B8-BD67-20305935BB85}"/>
    <pc:docChg chg="custSel modSld sldOrd">
      <pc:chgData name="Janine Helen May" userId="f69c5069-1bc6-4eeb-97a5-d942fd4b69e8" providerId="ADAL" clId="{6A8307FB-5947-43B8-BD67-20305935BB85}" dt="2026-03-11T05:36:19.040" v="1224" actId="14100"/>
      <pc:docMkLst>
        <pc:docMk/>
      </pc:docMkLst>
      <pc:sldChg chg="ord">
        <pc:chgData name="Janine Helen May" userId="f69c5069-1bc6-4eeb-97a5-d942fd4b69e8" providerId="ADAL" clId="{6A8307FB-5947-43B8-BD67-20305935BB85}" dt="2026-03-11T04:44:56.334" v="1"/>
        <pc:sldMkLst>
          <pc:docMk/>
          <pc:sldMk cId="1156139440" sldId="267"/>
        </pc:sldMkLst>
      </pc:sldChg>
      <pc:sldChg chg="modSp mod">
        <pc:chgData name="Janine Helen May" userId="f69c5069-1bc6-4eeb-97a5-d942fd4b69e8" providerId="ADAL" clId="{6A8307FB-5947-43B8-BD67-20305935BB85}" dt="2026-03-11T04:46:48.068" v="6" actId="20577"/>
        <pc:sldMkLst>
          <pc:docMk/>
          <pc:sldMk cId="2333183809" sldId="268"/>
        </pc:sldMkLst>
        <pc:spChg chg="mod">
          <ac:chgData name="Janine Helen May" userId="f69c5069-1bc6-4eeb-97a5-d942fd4b69e8" providerId="ADAL" clId="{6A8307FB-5947-43B8-BD67-20305935BB85}" dt="2026-03-11T04:46:48.068" v="6" actId="20577"/>
          <ac:spMkLst>
            <pc:docMk/>
            <pc:sldMk cId="2333183809" sldId="268"/>
            <ac:spMk id="3" creationId="{44491842-0629-05E8-DB59-1E5AFC368A0B}"/>
          </ac:spMkLst>
        </pc:spChg>
      </pc:sldChg>
      <pc:sldChg chg="addSp modSp mod">
        <pc:chgData name="Janine Helen May" userId="f69c5069-1bc6-4eeb-97a5-d942fd4b69e8" providerId="ADAL" clId="{6A8307FB-5947-43B8-BD67-20305935BB85}" dt="2026-03-11T05:36:19.040" v="1224" actId="14100"/>
        <pc:sldMkLst>
          <pc:docMk/>
          <pc:sldMk cId="1903996275" sldId="270"/>
        </pc:sldMkLst>
        <pc:spChg chg="mod">
          <ac:chgData name="Janine Helen May" userId="f69c5069-1bc6-4eeb-97a5-d942fd4b69e8" providerId="ADAL" clId="{6A8307FB-5947-43B8-BD67-20305935BB85}" dt="2026-03-11T05:10:28.436" v="517" actId="15"/>
          <ac:spMkLst>
            <pc:docMk/>
            <pc:sldMk cId="1903996275" sldId="270"/>
            <ac:spMk id="3" creationId="{5989F2F9-F91E-718C-1F84-7E9227748BFE}"/>
          </ac:spMkLst>
        </pc:spChg>
        <pc:spChg chg="add mod">
          <ac:chgData name="Janine Helen May" userId="f69c5069-1bc6-4eeb-97a5-d942fd4b69e8" providerId="ADAL" clId="{6A8307FB-5947-43B8-BD67-20305935BB85}" dt="2026-03-11T05:32:56.961" v="1194" actId="1076"/>
          <ac:spMkLst>
            <pc:docMk/>
            <pc:sldMk cId="1903996275" sldId="270"/>
            <ac:spMk id="6" creationId="{52834F56-C53C-C472-8010-FFEE9C174F54}"/>
          </ac:spMkLst>
        </pc:spChg>
        <pc:spChg chg="add mod">
          <ac:chgData name="Janine Helen May" userId="f69c5069-1bc6-4eeb-97a5-d942fd4b69e8" providerId="ADAL" clId="{6A8307FB-5947-43B8-BD67-20305935BB85}" dt="2026-03-11T05:33:28.986" v="1196" actId="1076"/>
          <ac:spMkLst>
            <pc:docMk/>
            <pc:sldMk cId="1903996275" sldId="270"/>
            <ac:spMk id="16" creationId="{09B04B99-4189-860D-9187-FDC9E67689B8}"/>
          </ac:spMkLst>
        </pc:spChg>
        <pc:cxnChg chg="add mod">
          <ac:chgData name="Janine Helen May" userId="f69c5069-1bc6-4eeb-97a5-d942fd4b69e8" providerId="ADAL" clId="{6A8307FB-5947-43B8-BD67-20305935BB85}" dt="2026-03-11T05:36:19.040" v="1224" actId="14100"/>
          <ac:cxnSpMkLst>
            <pc:docMk/>
            <pc:sldMk cId="1903996275" sldId="270"/>
            <ac:cxnSpMk id="14" creationId="{A2159A1E-38F9-1D45-6D07-A422834D6E65}"/>
          </ac:cxnSpMkLst>
        </pc:cxnChg>
      </pc:sldChg>
      <pc:sldChg chg="modSp mod">
        <pc:chgData name="Janine Helen May" userId="f69c5069-1bc6-4eeb-97a5-d942fd4b69e8" providerId="ADAL" clId="{6A8307FB-5947-43B8-BD67-20305935BB85}" dt="2026-03-11T05:34:19.522" v="1207" actId="20577"/>
        <pc:sldMkLst>
          <pc:docMk/>
          <pc:sldMk cId="4104128791" sldId="273"/>
        </pc:sldMkLst>
        <pc:spChg chg="mod">
          <ac:chgData name="Janine Helen May" userId="f69c5069-1bc6-4eeb-97a5-d942fd4b69e8" providerId="ADAL" clId="{6A8307FB-5947-43B8-BD67-20305935BB85}" dt="2026-03-11T05:34:19.522" v="1207" actId="20577"/>
          <ac:spMkLst>
            <pc:docMk/>
            <pc:sldMk cId="4104128791" sldId="273"/>
            <ac:spMk id="3" creationId="{382FE344-11BC-493D-6B09-1680975D6E31}"/>
          </ac:spMkLst>
        </pc:spChg>
      </pc:sldChg>
      <pc:sldChg chg="addSp modSp mod">
        <pc:chgData name="Janine Helen May" userId="f69c5069-1bc6-4eeb-97a5-d942fd4b69e8" providerId="ADAL" clId="{6A8307FB-5947-43B8-BD67-20305935BB85}" dt="2026-03-11T05:34:51.879" v="1222" actId="12"/>
        <pc:sldMkLst>
          <pc:docMk/>
          <pc:sldMk cId="2931434149" sldId="278"/>
        </pc:sldMkLst>
        <pc:spChg chg="mod">
          <ac:chgData name="Janine Helen May" userId="f69c5069-1bc6-4eeb-97a5-d942fd4b69e8" providerId="ADAL" clId="{6A8307FB-5947-43B8-BD67-20305935BB85}" dt="2026-03-11T05:34:27.624" v="1221" actId="20577"/>
          <ac:spMkLst>
            <pc:docMk/>
            <pc:sldMk cId="2931434149" sldId="278"/>
            <ac:spMk id="3" creationId="{096643B6-52D1-8B93-9C9A-7D1B72B03E95}"/>
          </ac:spMkLst>
        </pc:spChg>
        <pc:spChg chg="add mod">
          <ac:chgData name="Janine Helen May" userId="f69c5069-1bc6-4eeb-97a5-d942fd4b69e8" providerId="ADAL" clId="{6A8307FB-5947-43B8-BD67-20305935BB85}" dt="2026-03-11T05:34:51.879" v="1222" actId="12"/>
          <ac:spMkLst>
            <pc:docMk/>
            <pc:sldMk cId="2931434149" sldId="278"/>
            <ac:spMk id="6" creationId="{0895A2BD-9894-ABB6-8BFB-52474CDB2C22}"/>
          </ac:spMkLst>
        </pc:spChg>
      </pc:sldChg>
    </pc:docChg>
  </pc:docChgLst>
  <pc:docChgLst>
    <pc:chgData name="Sean Chu O-lee" userId="b8331393-c33a-410b-9300-cf70aa53c606" providerId="ADAL" clId="{820AD341-213A-4B9F-B222-FA3653CAE4E2}"/>
    <pc:docChg chg="undo custSel modSld">
      <pc:chgData name="Sean Chu O-lee" userId="b8331393-c33a-410b-9300-cf70aa53c606" providerId="ADAL" clId="{820AD341-213A-4B9F-B222-FA3653CAE4E2}" dt="2026-03-11T21:30:52.788" v="1613" actId="20577"/>
      <pc:docMkLst>
        <pc:docMk/>
      </pc:docMkLst>
      <pc:sldChg chg="modSp mod">
        <pc:chgData name="Sean Chu O-lee" userId="b8331393-c33a-410b-9300-cf70aa53c606" providerId="ADAL" clId="{820AD341-213A-4B9F-B222-FA3653CAE4E2}" dt="2026-03-11T05:06:28.443" v="502" actId="20577"/>
        <pc:sldMkLst>
          <pc:docMk/>
          <pc:sldMk cId="2333183809" sldId="268"/>
        </pc:sldMkLst>
        <pc:spChg chg="mod">
          <ac:chgData name="Sean Chu O-lee" userId="b8331393-c33a-410b-9300-cf70aa53c606" providerId="ADAL" clId="{820AD341-213A-4B9F-B222-FA3653CAE4E2}" dt="2026-03-11T05:06:28.443" v="502" actId="20577"/>
          <ac:spMkLst>
            <pc:docMk/>
            <pc:sldMk cId="2333183809" sldId="268"/>
            <ac:spMk id="3" creationId="{44491842-0629-05E8-DB59-1E5AFC368A0B}"/>
          </ac:spMkLst>
        </pc:spChg>
      </pc:sldChg>
      <pc:sldChg chg="modSp mod">
        <pc:chgData name="Sean Chu O-lee" userId="b8331393-c33a-410b-9300-cf70aa53c606" providerId="ADAL" clId="{820AD341-213A-4B9F-B222-FA3653CAE4E2}" dt="2026-03-11T05:12:58.747" v="1347" actId="20577"/>
        <pc:sldMkLst>
          <pc:docMk/>
          <pc:sldMk cId="4104128791" sldId="273"/>
        </pc:sldMkLst>
        <pc:spChg chg="mod">
          <ac:chgData name="Sean Chu O-lee" userId="b8331393-c33a-410b-9300-cf70aa53c606" providerId="ADAL" clId="{820AD341-213A-4B9F-B222-FA3653CAE4E2}" dt="2026-03-11T05:12:58.747" v="1347" actId="20577"/>
          <ac:spMkLst>
            <pc:docMk/>
            <pc:sldMk cId="4104128791" sldId="273"/>
            <ac:spMk id="3" creationId="{382FE344-11BC-493D-6B09-1680975D6E31}"/>
          </ac:spMkLst>
        </pc:spChg>
      </pc:sldChg>
      <pc:sldChg chg="addSp modSp mod">
        <pc:chgData name="Sean Chu O-lee" userId="b8331393-c33a-410b-9300-cf70aa53c606" providerId="ADAL" clId="{820AD341-213A-4B9F-B222-FA3653CAE4E2}" dt="2026-03-11T21:30:52.788" v="1613" actId="20577"/>
        <pc:sldMkLst>
          <pc:docMk/>
          <pc:sldMk cId="1195036719" sldId="277"/>
        </pc:sldMkLst>
        <pc:spChg chg="add mod">
          <ac:chgData name="Sean Chu O-lee" userId="b8331393-c33a-410b-9300-cf70aa53c606" providerId="ADAL" clId="{820AD341-213A-4B9F-B222-FA3653CAE4E2}" dt="2026-03-11T21:25:59.711" v="1399" actId="1076"/>
          <ac:spMkLst>
            <pc:docMk/>
            <pc:sldMk cId="1195036719" sldId="277"/>
            <ac:spMk id="7" creationId="{4D7D411B-666A-91B6-B040-AB31A8D53FE6}"/>
          </ac:spMkLst>
        </pc:spChg>
        <pc:spChg chg="add mod">
          <ac:chgData name="Sean Chu O-lee" userId="b8331393-c33a-410b-9300-cf70aa53c606" providerId="ADAL" clId="{820AD341-213A-4B9F-B222-FA3653CAE4E2}" dt="2026-03-11T21:28:12.783" v="1469" actId="122"/>
          <ac:spMkLst>
            <pc:docMk/>
            <pc:sldMk cId="1195036719" sldId="277"/>
            <ac:spMk id="9" creationId="{FDE4348F-A7A9-8DC5-E57B-CEB522E997FF}"/>
          </ac:spMkLst>
        </pc:spChg>
        <pc:spChg chg="add mod">
          <ac:chgData name="Sean Chu O-lee" userId="b8331393-c33a-410b-9300-cf70aa53c606" providerId="ADAL" clId="{820AD341-213A-4B9F-B222-FA3653CAE4E2}" dt="2026-03-11T21:27:25.138" v="1445" actId="20577"/>
          <ac:spMkLst>
            <pc:docMk/>
            <pc:sldMk cId="1195036719" sldId="277"/>
            <ac:spMk id="10" creationId="{177CC6CF-1C11-9605-44F6-1E8DF524CD20}"/>
          </ac:spMkLst>
        </pc:spChg>
        <pc:spChg chg="add mod">
          <ac:chgData name="Sean Chu O-lee" userId="b8331393-c33a-410b-9300-cf70aa53c606" providerId="ADAL" clId="{820AD341-213A-4B9F-B222-FA3653CAE4E2}" dt="2026-03-11T21:28:14.808" v="1470" actId="122"/>
          <ac:spMkLst>
            <pc:docMk/>
            <pc:sldMk cId="1195036719" sldId="277"/>
            <ac:spMk id="12" creationId="{AF17D3C4-894B-F70F-0DC9-652B87DEBD56}"/>
          </ac:spMkLst>
        </pc:spChg>
        <pc:spChg chg="add mod">
          <ac:chgData name="Sean Chu O-lee" userId="b8331393-c33a-410b-9300-cf70aa53c606" providerId="ADAL" clId="{820AD341-213A-4B9F-B222-FA3653CAE4E2}" dt="2026-03-11T21:27:48.546" v="1455" actId="20577"/>
          <ac:spMkLst>
            <pc:docMk/>
            <pc:sldMk cId="1195036719" sldId="277"/>
            <ac:spMk id="13" creationId="{B899F733-637B-5EB4-0022-F46829860740}"/>
          </ac:spMkLst>
        </pc:spChg>
        <pc:spChg chg="add mod">
          <ac:chgData name="Sean Chu O-lee" userId="b8331393-c33a-410b-9300-cf70aa53c606" providerId="ADAL" clId="{820AD341-213A-4B9F-B222-FA3653CAE4E2}" dt="2026-03-11T21:28:24.388" v="1483" actId="20577"/>
          <ac:spMkLst>
            <pc:docMk/>
            <pc:sldMk cId="1195036719" sldId="277"/>
            <ac:spMk id="14" creationId="{F611609A-2182-9E81-4114-3543D5F7851E}"/>
          </ac:spMkLst>
        </pc:spChg>
        <pc:spChg chg="add mod">
          <ac:chgData name="Sean Chu O-lee" userId="b8331393-c33a-410b-9300-cf70aa53c606" providerId="ADAL" clId="{820AD341-213A-4B9F-B222-FA3653CAE4E2}" dt="2026-03-11T21:28:53.783" v="1490" actId="20577"/>
          <ac:spMkLst>
            <pc:docMk/>
            <pc:sldMk cId="1195036719" sldId="277"/>
            <ac:spMk id="15" creationId="{C710CFF3-678A-FEDD-0D7C-9520B813D963}"/>
          </ac:spMkLst>
        </pc:spChg>
        <pc:spChg chg="add mod">
          <ac:chgData name="Sean Chu O-lee" userId="b8331393-c33a-410b-9300-cf70aa53c606" providerId="ADAL" clId="{820AD341-213A-4B9F-B222-FA3653CAE4E2}" dt="2026-03-11T21:29:41.903" v="1539" actId="20577"/>
          <ac:spMkLst>
            <pc:docMk/>
            <pc:sldMk cId="1195036719" sldId="277"/>
            <ac:spMk id="16" creationId="{CCCDA7EA-F7E6-2AFF-C3BA-68B2E6E957EE}"/>
          </ac:spMkLst>
        </pc:spChg>
        <pc:spChg chg="add mod">
          <ac:chgData name="Sean Chu O-lee" userId="b8331393-c33a-410b-9300-cf70aa53c606" providerId="ADAL" clId="{820AD341-213A-4B9F-B222-FA3653CAE4E2}" dt="2026-03-11T21:29:17.969" v="1512" actId="20577"/>
          <ac:spMkLst>
            <pc:docMk/>
            <pc:sldMk cId="1195036719" sldId="277"/>
            <ac:spMk id="17" creationId="{22B40F34-DE94-FAA3-6FB0-EC6D04140633}"/>
          </ac:spMkLst>
        </pc:spChg>
        <pc:spChg chg="add mod">
          <ac:chgData name="Sean Chu O-lee" userId="b8331393-c33a-410b-9300-cf70aa53c606" providerId="ADAL" clId="{820AD341-213A-4B9F-B222-FA3653CAE4E2}" dt="2026-03-11T21:30:07.808" v="1574" actId="20577"/>
          <ac:spMkLst>
            <pc:docMk/>
            <pc:sldMk cId="1195036719" sldId="277"/>
            <ac:spMk id="19" creationId="{51578710-14B8-8665-6427-7F93074604C5}"/>
          </ac:spMkLst>
        </pc:spChg>
        <pc:spChg chg="add mod">
          <ac:chgData name="Sean Chu O-lee" userId="b8331393-c33a-410b-9300-cf70aa53c606" providerId="ADAL" clId="{820AD341-213A-4B9F-B222-FA3653CAE4E2}" dt="2026-03-11T21:30:34.288" v="1588" actId="20577"/>
          <ac:spMkLst>
            <pc:docMk/>
            <pc:sldMk cId="1195036719" sldId="277"/>
            <ac:spMk id="20" creationId="{68D57956-2C76-0C18-9764-50CC46B1F13F}"/>
          </ac:spMkLst>
        </pc:spChg>
        <pc:spChg chg="add mod">
          <ac:chgData name="Sean Chu O-lee" userId="b8331393-c33a-410b-9300-cf70aa53c606" providerId="ADAL" clId="{820AD341-213A-4B9F-B222-FA3653CAE4E2}" dt="2026-03-11T21:30:52.788" v="1613" actId="20577"/>
          <ac:spMkLst>
            <pc:docMk/>
            <pc:sldMk cId="1195036719" sldId="277"/>
            <ac:spMk id="21" creationId="{CAF97943-59C0-BBC9-93B5-BF3845CBBC4C}"/>
          </ac:spMkLst>
        </pc:spChg>
      </pc:sldChg>
      <pc:sldChg chg="modSp mod">
        <pc:chgData name="Sean Chu O-lee" userId="b8331393-c33a-410b-9300-cf70aa53c606" providerId="ADAL" clId="{820AD341-213A-4B9F-B222-FA3653CAE4E2}" dt="2026-03-11T04:39:49.659" v="106" actId="5793"/>
        <pc:sldMkLst>
          <pc:docMk/>
          <pc:sldMk cId="2507212342" sldId="279"/>
        </pc:sldMkLst>
        <pc:spChg chg="mod">
          <ac:chgData name="Sean Chu O-lee" userId="b8331393-c33a-410b-9300-cf70aa53c606" providerId="ADAL" clId="{820AD341-213A-4B9F-B222-FA3653CAE4E2}" dt="2026-03-11T04:39:49.659" v="106" actId="5793"/>
          <ac:spMkLst>
            <pc:docMk/>
            <pc:sldMk cId="2507212342" sldId="279"/>
            <ac:spMk id="3" creationId="{319F3716-8EC8-929D-CF3A-188E79D9EA0C}"/>
          </ac:spMkLst>
        </pc:spChg>
      </pc:sldChg>
    </pc:docChg>
  </pc:docChgLst>
  <pc:docChgLst>
    <pc:chgData name="Sean Chu O-Lee" userId="S::solee@purdue.edu::b8331393-c33a-410b-9300-cf70aa53c606" providerId="AD" clId="Web-{E757C0AF-3EF9-30B2-7096-7107D2C392F6}"/>
    <pc:docChg chg="modSld">
      <pc:chgData name="Sean Chu O-Lee" userId="S::solee@purdue.edu::b8331393-c33a-410b-9300-cf70aa53c606" providerId="AD" clId="Web-{E757C0AF-3EF9-30B2-7096-7107D2C392F6}" dt="2026-03-11T04:27:17.877" v="0"/>
      <pc:docMkLst>
        <pc:docMk/>
      </pc:docMkLst>
      <pc:sldChg chg="delSp">
        <pc:chgData name="Sean Chu O-Lee" userId="S::solee@purdue.edu::b8331393-c33a-410b-9300-cf70aa53c606" providerId="AD" clId="Web-{E757C0AF-3EF9-30B2-7096-7107D2C392F6}" dt="2026-03-11T04:27:17.877" v="0"/>
        <pc:sldMkLst>
          <pc:docMk/>
          <pc:sldMk cId="1788673362" sldId="266"/>
        </pc:sldMkLst>
      </pc:sldChg>
    </pc:docChg>
  </pc:docChgLst>
  <pc:docChgLst>
    <pc:chgData name="Hongrui Luo" userId="8b37276b-23cd-4afb-a6b0-b621cb8e1ca7" providerId="ADAL" clId="{591E7204-2B66-4B4E-9957-2B6FAA45F4A4}"/>
    <pc:docChg chg="undo custSel modSld">
      <pc:chgData name="Hongrui Luo" userId="8b37276b-23cd-4afb-a6b0-b621cb8e1ca7" providerId="ADAL" clId="{591E7204-2B66-4B4E-9957-2B6FAA45F4A4}" dt="2026-03-26T23:38:50.862" v="306" actId="20577"/>
      <pc:docMkLst>
        <pc:docMk/>
      </pc:docMkLst>
      <pc:sldChg chg="modSp mod">
        <pc:chgData name="Hongrui Luo" userId="8b37276b-23cd-4afb-a6b0-b621cb8e1ca7" providerId="ADAL" clId="{591E7204-2B66-4B4E-9957-2B6FAA45F4A4}" dt="2026-03-26T23:38:50.862" v="306" actId="20577"/>
        <pc:sldMkLst>
          <pc:docMk/>
          <pc:sldMk cId="1903996275" sldId="270"/>
        </pc:sldMkLst>
        <pc:spChg chg="mod">
          <ac:chgData name="Hongrui Luo" userId="8b37276b-23cd-4afb-a6b0-b621cb8e1ca7" providerId="ADAL" clId="{591E7204-2B66-4B4E-9957-2B6FAA45F4A4}" dt="2026-03-26T23:38:50.862" v="306" actId="20577"/>
          <ac:spMkLst>
            <pc:docMk/>
            <pc:sldMk cId="1903996275" sldId="270"/>
            <ac:spMk id="3" creationId="{5989F2F9-F91E-718C-1F84-7E9227748BFE}"/>
          </ac:spMkLst>
        </pc:spChg>
      </pc:sldChg>
    </pc:docChg>
  </pc:docChgLst>
  <pc:docChgLst>
    <pc:chgData name="Hongrui Luo" userId="8b37276b-23cd-4afb-a6b0-b621cb8e1ca7" providerId="ADAL" clId="{C7453794-1434-48A8-A39B-5BE18FB92768}"/>
    <pc:docChg chg="custSel modSld">
      <pc:chgData name="Hongrui Luo" userId="8b37276b-23cd-4afb-a6b0-b621cb8e1ca7" providerId="ADAL" clId="{C7453794-1434-48A8-A39B-5BE18FB92768}" dt="2026-03-07T21:27:32.118" v="94" actId="20577"/>
      <pc:docMkLst>
        <pc:docMk/>
      </pc:docMkLst>
      <pc:sldChg chg="modSp mod">
        <pc:chgData name="Hongrui Luo" userId="8b37276b-23cd-4afb-a6b0-b621cb8e1ca7" providerId="ADAL" clId="{C7453794-1434-48A8-A39B-5BE18FB92768}" dt="2026-03-07T21:26:37.022" v="44" actId="20577"/>
        <pc:sldMkLst>
          <pc:docMk/>
          <pc:sldMk cId="1788673362" sldId="266"/>
        </pc:sldMkLst>
        <pc:spChg chg="mod">
          <ac:chgData name="Hongrui Luo" userId="8b37276b-23cd-4afb-a6b0-b621cb8e1ca7" providerId="ADAL" clId="{C7453794-1434-48A8-A39B-5BE18FB92768}" dt="2026-03-07T21:26:37.022" v="44" actId="20577"/>
          <ac:spMkLst>
            <pc:docMk/>
            <pc:sldMk cId="1788673362" sldId="266"/>
            <ac:spMk id="4" creationId="{39709400-1EE7-CA30-016E-07C501EA73AC}"/>
          </ac:spMkLst>
        </pc:spChg>
        <pc:spChg chg="mod">
          <ac:chgData name="Hongrui Luo" userId="8b37276b-23cd-4afb-a6b0-b621cb8e1ca7" providerId="ADAL" clId="{C7453794-1434-48A8-A39B-5BE18FB92768}" dt="2026-03-07T21:26:24.910" v="31" actId="20577"/>
          <ac:spMkLst>
            <pc:docMk/>
            <pc:sldMk cId="1788673362" sldId="266"/>
            <ac:spMk id="5" creationId="{38531002-71A8-8C83-9AE9-9986B69EDCDC}"/>
          </ac:spMkLst>
        </pc:spChg>
      </pc:sldChg>
      <pc:sldChg chg="modSp mod">
        <pc:chgData name="Hongrui Luo" userId="8b37276b-23cd-4afb-a6b0-b621cb8e1ca7" providerId="ADAL" clId="{C7453794-1434-48A8-A39B-5BE18FB92768}" dt="2026-03-07T21:27:32.118" v="94" actId="20577"/>
        <pc:sldMkLst>
          <pc:docMk/>
          <pc:sldMk cId="234668278" sldId="269"/>
        </pc:sldMkLst>
        <pc:spChg chg="mod">
          <ac:chgData name="Hongrui Luo" userId="8b37276b-23cd-4afb-a6b0-b621cb8e1ca7" providerId="ADAL" clId="{C7453794-1434-48A8-A39B-5BE18FB92768}" dt="2026-03-07T21:27:32.118" v="94" actId="20577"/>
          <ac:spMkLst>
            <pc:docMk/>
            <pc:sldMk cId="234668278" sldId="269"/>
            <ac:spMk id="2" creationId="{C6FAC68A-61F3-7248-B4B1-244161A5B6A0}"/>
          </ac:spMkLst>
        </pc:spChg>
      </pc:sldChg>
    </pc:docChg>
  </pc:docChgLst>
  <pc:docChgLst>
    <pc:chgData name="Hongrui Luo" userId="8b37276b-23cd-4afb-a6b0-b621cb8e1ca7" providerId="ADAL" clId="{7315937C-F604-412E-8B27-68A5CF011A3C}"/>
    <pc:docChg chg="undo custSel addSld delSld modSld">
      <pc:chgData name="Hongrui Luo" userId="8b37276b-23cd-4afb-a6b0-b621cb8e1ca7" providerId="ADAL" clId="{7315937C-F604-412E-8B27-68A5CF011A3C}" dt="2026-03-13T18:45:27.461" v="3828" actId="20577"/>
      <pc:docMkLst>
        <pc:docMk/>
      </pc:docMkLst>
      <pc:sldChg chg="modSp mod">
        <pc:chgData name="Hongrui Luo" userId="8b37276b-23cd-4afb-a6b0-b621cb8e1ca7" providerId="ADAL" clId="{7315937C-F604-412E-8B27-68A5CF011A3C}" dt="2026-03-10T14:07:28.666" v="2032" actId="20577"/>
        <pc:sldMkLst>
          <pc:docMk/>
          <pc:sldMk cId="1788673362" sldId="266"/>
        </pc:sldMkLst>
        <pc:spChg chg="mod">
          <ac:chgData name="Hongrui Luo" userId="8b37276b-23cd-4afb-a6b0-b621cb8e1ca7" providerId="ADAL" clId="{7315937C-F604-412E-8B27-68A5CF011A3C}" dt="2026-03-10T14:07:28.666" v="2032" actId="20577"/>
          <ac:spMkLst>
            <pc:docMk/>
            <pc:sldMk cId="1788673362" sldId="266"/>
            <ac:spMk id="2" creationId="{8D4624D8-BDB0-04E6-4DFD-41E866CEF639}"/>
          </ac:spMkLst>
        </pc:spChg>
      </pc:sldChg>
      <pc:sldChg chg="addSp modSp mod">
        <pc:chgData name="Hongrui Luo" userId="8b37276b-23cd-4afb-a6b0-b621cb8e1ca7" providerId="ADAL" clId="{7315937C-F604-412E-8B27-68A5CF011A3C}" dt="2026-03-10T14:33:46.647" v="2806" actId="14100"/>
        <pc:sldMkLst>
          <pc:docMk/>
          <pc:sldMk cId="1156139440" sldId="267"/>
        </pc:sldMkLst>
        <pc:spChg chg="mod">
          <ac:chgData name="Hongrui Luo" userId="8b37276b-23cd-4afb-a6b0-b621cb8e1ca7" providerId="ADAL" clId="{7315937C-F604-412E-8B27-68A5CF011A3C}" dt="2026-03-10T14:07:40.379" v="2066" actId="20577"/>
          <ac:spMkLst>
            <pc:docMk/>
            <pc:sldMk cId="1156139440" sldId="267"/>
            <ac:spMk id="2" creationId="{748DB605-EE3B-DA7B-F3EC-1E11CF867F5A}"/>
          </ac:spMkLst>
        </pc:spChg>
        <pc:spChg chg="mod">
          <ac:chgData name="Hongrui Luo" userId="8b37276b-23cd-4afb-a6b0-b621cb8e1ca7" providerId="ADAL" clId="{7315937C-F604-412E-8B27-68A5CF011A3C}" dt="2026-03-10T14:33:25.527" v="2802" actId="14100"/>
          <ac:spMkLst>
            <pc:docMk/>
            <pc:sldMk cId="1156139440" sldId="267"/>
            <ac:spMk id="3" creationId="{549C00D4-7609-3F0B-9839-206193D817FF}"/>
          </ac:spMkLst>
        </pc:spChg>
        <pc:picChg chg="add mod">
          <ac:chgData name="Hongrui Luo" userId="8b37276b-23cd-4afb-a6b0-b621cb8e1ca7" providerId="ADAL" clId="{7315937C-F604-412E-8B27-68A5CF011A3C}" dt="2026-03-10T14:33:46.647" v="2806" actId="14100"/>
          <ac:picMkLst>
            <pc:docMk/>
            <pc:sldMk cId="1156139440" sldId="267"/>
            <ac:picMk id="7" creationId="{1BC340C9-1A2F-F108-5227-218C1BE7E023}"/>
          </ac:picMkLst>
        </pc:picChg>
      </pc:sldChg>
      <pc:sldChg chg="modSp mod">
        <pc:chgData name="Hongrui Luo" userId="8b37276b-23cd-4afb-a6b0-b621cb8e1ca7" providerId="ADAL" clId="{7315937C-F604-412E-8B27-68A5CF011A3C}" dt="2026-03-10T14:07:12.357" v="1998" actId="20577"/>
        <pc:sldMkLst>
          <pc:docMk/>
          <pc:sldMk cId="2333183809" sldId="268"/>
        </pc:sldMkLst>
        <pc:spChg chg="mod">
          <ac:chgData name="Hongrui Luo" userId="8b37276b-23cd-4afb-a6b0-b621cb8e1ca7" providerId="ADAL" clId="{7315937C-F604-412E-8B27-68A5CF011A3C}" dt="2026-03-10T14:06:44.067" v="1920" actId="20577"/>
          <ac:spMkLst>
            <pc:docMk/>
            <pc:sldMk cId="2333183809" sldId="268"/>
            <ac:spMk id="2" creationId="{BD951867-FF5D-B337-82E1-B129601C0327}"/>
          </ac:spMkLst>
        </pc:spChg>
        <pc:spChg chg="mod">
          <ac:chgData name="Hongrui Luo" userId="8b37276b-23cd-4afb-a6b0-b621cb8e1ca7" providerId="ADAL" clId="{7315937C-F604-412E-8B27-68A5CF011A3C}" dt="2026-03-10T14:07:12.357" v="1998" actId="20577"/>
          <ac:spMkLst>
            <pc:docMk/>
            <pc:sldMk cId="2333183809" sldId="268"/>
            <ac:spMk id="3" creationId="{44491842-0629-05E8-DB59-1E5AFC368A0B}"/>
          </ac:spMkLst>
        </pc:spChg>
      </pc:sldChg>
      <pc:sldChg chg="addSp modSp mod">
        <pc:chgData name="Hongrui Luo" userId="8b37276b-23cd-4afb-a6b0-b621cb8e1ca7" providerId="ADAL" clId="{7315937C-F604-412E-8B27-68A5CF011A3C}" dt="2026-03-10T13:38:00.162" v="766" actId="1076"/>
        <pc:sldMkLst>
          <pc:docMk/>
          <pc:sldMk cId="234668278" sldId="269"/>
        </pc:sldMkLst>
        <pc:spChg chg="mod">
          <ac:chgData name="Hongrui Luo" userId="8b37276b-23cd-4afb-a6b0-b621cb8e1ca7" providerId="ADAL" clId="{7315937C-F604-412E-8B27-68A5CF011A3C}" dt="2026-03-10T12:42:31.595" v="300" actId="14100"/>
          <ac:spMkLst>
            <pc:docMk/>
            <pc:sldMk cId="234668278" sldId="269"/>
            <ac:spMk id="3" creationId="{10F2EB9E-1657-529A-92EB-67D2A2FAC60A}"/>
          </ac:spMkLst>
        </pc:spChg>
        <pc:spChg chg="add mod">
          <ac:chgData name="Hongrui Luo" userId="8b37276b-23cd-4afb-a6b0-b621cb8e1ca7" providerId="ADAL" clId="{7315937C-F604-412E-8B27-68A5CF011A3C}" dt="2026-03-10T13:37:47.558" v="765" actId="164"/>
          <ac:spMkLst>
            <pc:docMk/>
            <pc:sldMk cId="234668278" sldId="269"/>
            <ac:spMk id="8" creationId="{7404D048-2009-0957-9A34-4DDCC7A8D404}"/>
          </ac:spMkLst>
        </pc:spChg>
        <pc:spChg chg="add mod">
          <ac:chgData name="Hongrui Luo" userId="8b37276b-23cd-4afb-a6b0-b621cb8e1ca7" providerId="ADAL" clId="{7315937C-F604-412E-8B27-68A5CF011A3C}" dt="2026-03-10T13:37:47.558" v="765" actId="164"/>
          <ac:spMkLst>
            <pc:docMk/>
            <pc:sldMk cId="234668278" sldId="269"/>
            <ac:spMk id="14" creationId="{3C4F6777-ADBC-208E-2C7E-C8D416194FF5}"/>
          </ac:spMkLst>
        </pc:spChg>
        <pc:grpChg chg="add mod">
          <ac:chgData name="Hongrui Luo" userId="8b37276b-23cd-4afb-a6b0-b621cb8e1ca7" providerId="ADAL" clId="{7315937C-F604-412E-8B27-68A5CF011A3C}" dt="2026-03-10T13:38:00.162" v="766" actId="1076"/>
          <ac:grpSpMkLst>
            <pc:docMk/>
            <pc:sldMk cId="234668278" sldId="269"/>
            <ac:grpSpMk id="9" creationId="{225A76FA-7085-D19C-AF8A-2705E0AE5EE4}"/>
          </ac:grpSpMkLst>
        </pc:grpChg>
        <pc:picChg chg="add mod">
          <ac:chgData name="Hongrui Luo" userId="8b37276b-23cd-4afb-a6b0-b621cb8e1ca7" providerId="ADAL" clId="{7315937C-F604-412E-8B27-68A5CF011A3C}" dt="2026-03-10T13:37:47.558" v="765" actId="164"/>
          <ac:picMkLst>
            <pc:docMk/>
            <pc:sldMk cId="234668278" sldId="269"/>
            <ac:picMk id="7" creationId="{229FE49F-0DD4-966B-55FC-3F836B61CE44}"/>
          </ac:picMkLst>
        </pc:picChg>
      </pc:sldChg>
      <pc:sldChg chg="addSp delSp modSp mod">
        <pc:chgData name="Hongrui Luo" userId="8b37276b-23cd-4afb-a6b0-b621cb8e1ca7" providerId="ADAL" clId="{7315937C-F604-412E-8B27-68A5CF011A3C}" dt="2026-03-13T18:43:52.584" v="3820" actId="20577"/>
        <pc:sldMkLst>
          <pc:docMk/>
          <pc:sldMk cId="1903996275" sldId="270"/>
        </pc:sldMkLst>
        <pc:spChg chg="mod">
          <ac:chgData name="Hongrui Luo" userId="8b37276b-23cd-4afb-a6b0-b621cb8e1ca7" providerId="ADAL" clId="{7315937C-F604-412E-8B27-68A5CF011A3C}" dt="2026-03-13T18:40:30.331" v="3675" actId="1076"/>
          <ac:spMkLst>
            <pc:docMk/>
            <pc:sldMk cId="1903996275" sldId="270"/>
            <ac:spMk id="2" creationId="{77BEDD83-216E-5379-A7A7-932B51CA675D}"/>
          </ac:spMkLst>
        </pc:spChg>
        <pc:spChg chg="mod">
          <ac:chgData name="Hongrui Luo" userId="8b37276b-23cd-4afb-a6b0-b621cb8e1ca7" providerId="ADAL" clId="{7315937C-F604-412E-8B27-68A5CF011A3C}" dt="2026-03-13T18:43:52.584" v="3820" actId="20577"/>
          <ac:spMkLst>
            <pc:docMk/>
            <pc:sldMk cId="1903996275" sldId="270"/>
            <ac:spMk id="3" creationId="{5989F2F9-F91E-718C-1F84-7E9227748BFE}"/>
          </ac:spMkLst>
        </pc:spChg>
        <pc:spChg chg="add mod">
          <ac:chgData name="Hongrui Luo" userId="8b37276b-23cd-4afb-a6b0-b621cb8e1ca7" providerId="ADAL" clId="{7315937C-F604-412E-8B27-68A5CF011A3C}" dt="2026-03-10T13:36:38.593" v="756" actId="20577"/>
          <ac:spMkLst>
            <pc:docMk/>
            <pc:sldMk cId="1903996275" sldId="270"/>
            <ac:spMk id="10" creationId="{538556F2-93E5-8B05-46EE-94D5B3A7C28D}"/>
          </ac:spMkLst>
        </pc:spChg>
        <pc:spChg chg="add mod ord">
          <ac:chgData name="Hongrui Luo" userId="8b37276b-23cd-4afb-a6b0-b621cb8e1ca7" providerId="ADAL" clId="{7315937C-F604-412E-8B27-68A5CF011A3C}" dt="2026-03-10T13:35:06.012" v="725" actId="14100"/>
          <ac:spMkLst>
            <pc:docMk/>
            <pc:sldMk cId="1903996275" sldId="270"/>
            <ac:spMk id="12" creationId="{B49806FB-51AB-6D3A-8BB9-9F4C37B99572}"/>
          </ac:spMkLst>
        </pc:spChg>
        <pc:grpChg chg="add mod">
          <ac:chgData name="Hongrui Luo" userId="8b37276b-23cd-4afb-a6b0-b621cb8e1ca7" providerId="ADAL" clId="{7315937C-F604-412E-8B27-68A5CF011A3C}" dt="2026-03-10T13:34:48.518" v="723" actId="164"/>
          <ac:grpSpMkLst>
            <pc:docMk/>
            <pc:sldMk cId="1903996275" sldId="270"/>
            <ac:grpSpMk id="11" creationId="{9AEAF0D1-0948-76E3-F4A5-7774EFB728FB}"/>
          </ac:grpSpMkLst>
        </pc:grpChg>
        <pc:grpChg chg="add mod">
          <ac:chgData name="Hongrui Luo" userId="8b37276b-23cd-4afb-a6b0-b621cb8e1ca7" providerId="ADAL" clId="{7315937C-F604-412E-8B27-68A5CF011A3C}" dt="2026-03-10T13:34:48.518" v="723" actId="164"/>
          <ac:grpSpMkLst>
            <pc:docMk/>
            <pc:sldMk cId="1903996275" sldId="270"/>
            <ac:grpSpMk id="13" creationId="{9575EEB5-1DAE-9447-6705-0A72A739A943}"/>
          </ac:grpSpMkLst>
        </pc:grpChg>
        <pc:picChg chg="add mod">
          <ac:chgData name="Hongrui Luo" userId="8b37276b-23cd-4afb-a6b0-b621cb8e1ca7" providerId="ADAL" clId="{7315937C-F604-412E-8B27-68A5CF011A3C}" dt="2026-03-10T13:33:54.082" v="717" actId="2085"/>
          <ac:picMkLst>
            <pc:docMk/>
            <pc:sldMk cId="1903996275" sldId="270"/>
            <ac:picMk id="7" creationId="{67ADB7F9-8DF3-CA63-ECBA-A0B25DD5996B}"/>
          </ac:picMkLst>
        </pc:picChg>
        <pc:picChg chg="add mod">
          <ac:chgData name="Hongrui Luo" userId="8b37276b-23cd-4afb-a6b0-b621cb8e1ca7" providerId="ADAL" clId="{7315937C-F604-412E-8B27-68A5CF011A3C}" dt="2026-03-10T13:33:54.082" v="717" actId="2085"/>
          <ac:picMkLst>
            <pc:docMk/>
            <pc:sldMk cId="1903996275" sldId="270"/>
            <ac:picMk id="9" creationId="{404DA524-4877-E9AB-34AE-AFB5B87182FC}"/>
          </ac:picMkLst>
        </pc:picChg>
      </pc:sldChg>
      <pc:sldChg chg="addSp modSp mod">
        <pc:chgData name="Hongrui Luo" userId="8b37276b-23cd-4afb-a6b0-b621cb8e1ca7" providerId="ADAL" clId="{7315937C-F604-412E-8B27-68A5CF011A3C}" dt="2026-03-10T14:49:12.357" v="3515" actId="1076"/>
        <pc:sldMkLst>
          <pc:docMk/>
          <pc:sldMk cId="3190346202" sldId="271"/>
        </pc:sldMkLst>
        <pc:spChg chg="mod">
          <ac:chgData name="Hongrui Luo" userId="8b37276b-23cd-4afb-a6b0-b621cb8e1ca7" providerId="ADAL" clId="{7315937C-F604-412E-8B27-68A5CF011A3C}" dt="2026-03-10T13:54:42.596" v="1029" actId="20577"/>
          <ac:spMkLst>
            <pc:docMk/>
            <pc:sldMk cId="3190346202" sldId="271"/>
            <ac:spMk id="2" creationId="{E0D1C7A1-EA09-E270-F31B-E7165C6BA918}"/>
          </ac:spMkLst>
        </pc:spChg>
        <pc:spChg chg="mod">
          <ac:chgData name="Hongrui Luo" userId="8b37276b-23cd-4afb-a6b0-b621cb8e1ca7" providerId="ADAL" clId="{7315937C-F604-412E-8B27-68A5CF011A3C}" dt="2026-03-10T14:39:07.051" v="2913" actId="14100"/>
          <ac:spMkLst>
            <pc:docMk/>
            <pc:sldMk cId="3190346202" sldId="271"/>
            <ac:spMk id="3" creationId="{7D6B77FF-3251-5C37-A79B-E345F1D75884}"/>
          </ac:spMkLst>
        </pc:spChg>
        <pc:spChg chg="add mod">
          <ac:chgData name="Hongrui Luo" userId="8b37276b-23cd-4afb-a6b0-b621cb8e1ca7" providerId="ADAL" clId="{7315937C-F604-412E-8B27-68A5CF011A3C}" dt="2026-03-10T14:45:37.481" v="3284" actId="20577"/>
          <ac:spMkLst>
            <pc:docMk/>
            <pc:sldMk cId="3190346202" sldId="271"/>
            <ac:spMk id="6" creationId="{1159C817-99D3-B135-5F99-1890D34D2A82}"/>
          </ac:spMkLst>
        </pc:spChg>
        <pc:spChg chg="add mod">
          <ac:chgData name="Hongrui Luo" userId="8b37276b-23cd-4afb-a6b0-b621cb8e1ca7" providerId="ADAL" clId="{7315937C-F604-412E-8B27-68A5CF011A3C}" dt="2026-03-10T14:49:12.357" v="3515" actId="1076"/>
          <ac:spMkLst>
            <pc:docMk/>
            <pc:sldMk cId="3190346202" sldId="271"/>
            <ac:spMk id="7" creationId="{453CA6E0-4733-0787-57EF-824E3488E981}"/>
          </ac:spMkLst>
        </pc:spChg>
      </pc:sldChg>
      <pc:sldChg chg="modSp mod">
        <pc:chgData name="Hongrui Luo" userId="8b37276b-23cd-4afb-a6b0-b621cb8e1ca7" providerId="ADAL" clId="{7315937C-F604-412E-8B27-68A5CF011A3C}" dt="2026-03-13T18:35:40.508" v="3578" actId="20577"/>
        <pc:sldMkLst>
          <pc:docMk/>
          <pc:sldMk cId="4104128791" sldId="273"/>
        </pc:sldMkLst>
        <pc:spChg chg="mod">
          <ac:chgData name="Hongrui Luo" userId="8b37276b-23cd-4afb-a6b0-b621cb8e1ca7" providerId="ADAL" clId="{7315937C-F604-412E-8B27-68A5CF011A3C}" dt="2026-03-13T18:35:40.508" v="3578" actId="20577"/>
          <ac:spMkLst>
            <pc:docMk/>
            <pc:sldMk cId="4104128791" sldId="273"/>
            <ac:spMk id="2" creationId="{08DBBD11-4B9D-C6E6-949A-9343A355D5DB}"/>
          </ac:spMkLst>
        </pc:spChg>
      </pc:sldChg>
      <pc:sldChg chg="del">
        <pc:chgData name="Hongrui Luo" userId="8b37276b-23cd-4afb-a6b0-b621cb8e1ca7" providerId="ADAL" clId="{7315937C-F604-412E-8B27-68A5CF011A3C}" dt="2026-03-13T18:30:52.509" v="3516" actId="2696"/>
        <pc:sldMkLst>
          <pc:docMk/>
          <pc:sldMk cId="1539452189" sldId="276"/>
        </pc:sldMkLst>
      </pc:sldChg>
      <pc:sldChg chg="modSp mod">
        <pc:chgData name="Hongrui Luo" userId="8b37276b-23cd-4afb-a6b0-b621cb8e1ca7" providerId="ADAL" clId="{7315937C-F604-412E-8B27-68A5CF011A3C}" dt="2026-03-13T18:42:41.419" v="3729" actId="20577"/>
        <pc:sldMkLst>
          <pc:docMk/>
          <pc:sldMk cId="2931434149" sldId="278"/>
        </pc:sldMkLst>
        <pc:spChg chg="mod">
          <ac:chgData name="Hongrui Luo" userId="8b37276b-23cd-4afb-a6b0-b621cb8e1ca7" providerId="ADAL" clId="{7315937C-F604-412E-8B27-68A5CF011A3C}" dt="2026-03-13T18:36:43.645" v="3622" actId="20577"/>
          <ac:spMkLst>
            <pc:docMk/>
            <pc:sldMk cId="2931434149" sldId="278"/>
            <ac:spMk id="2" creationId="{3D8E34CC-BC28-F024-3453-839F9DBC2DBA}"/>
          </ac:spMkLst>
        </pc:spChg>
        <pc:spChg chg="mod">
          <ac:chgData name="Hongrui Luo" userId="8b37276b-23cd-4afb-a6b0-b621cb8e1ca7" providerId="ADAL" clId="{7315937C-F604-412E-8B27-68A5CF011A3C}" dt="2026-03-13T18:41:28.836" v="3677" actId="947"/>
          <ac:spMkLst>
            <pc:docMk/>
            <pc:sldMk cId="2931434149" sldId="278"/>
            <ac:spMk id="3" creationId="{096643B6-52D1-8B93-9C9A-7D1B72B03E95}"/>
          </ac:spMkLst>
        </pc:spChg>
        <pc:spChg chg="mod">
          <ac:chgData name="Hongrui Luo" userId="8b37276b-23cd-4afb-a6b0-b621cb8e1ca7" providerId="ADAL" clId="{7315937C-F604-412E-8B27-68A5CF011A3C}" dt="2026-03-13T18:42:41.419" v="3729" actId="20577"/>
          <ac:spMkLst>
            <pc:docMk/>
            <pc:sldMk cId="2931434149" sldId="278"/>
            <ac:spMk id="6" creationId="{0895A2BD-9894-ABB6-8BFB-52474CDB2C22}"/>
          </ac:spMkLst>
        </pc:spChg>
      </pc:sldChg>
      <pc:sldChg chg="delSp modSp add mod">
        <pc:chgData name="Hongrui Luo" userId="8b37276b-23cd-4afb-a6b0-b621cb8e1ca7" providerId="ADAL" clId="{7315937C-F604-412E-8B27-68A5CF011A3C}" dt="2026-03-13T18:45:27.461" v="3828" actId="20577"/>
        <pc:sldMkLst>
          <pc:docMk/>
          <pc:sldMk cId="2507212342" sldId="279"/>
        </pc:sldMkLst>
        <pc:spChg chg="mod">
          <ac:chgData name="Hongrui Luo" userId="8b37276b-23cd-4afb-a6b0-b621cb8e1ca7" providerId="ADAL" clId="{7315937C-F604-412E-8B27-68A5CF011A3C}" dt="2026-03-13T18:45:27.461" v="3828" actId="20577"/>
          <ac:spMkLst>
            <pc:docMk/>
            <pc:sldMk cId="2507212342" sldId="279"/>
            <ac:spMk id="3" creationId="{319F3716-8EC8-929D-CF3A-188E79D9EA0C}"/>
          </ac:spMkLst>
        </pc:spChg>
        <pc:spChg chg="mod">
          <ac:chgData name="Hongrui Luo" userId="8b37276b-23cd-4afb-a6b0-b621cb8e1ca7" providerId="ADAL" clId="{7315937C-F604-412E-8B27-68A5CF011A3C}" dt="2026-03-10T12:43:31.783" v="314" actId="20577"/>
          <ac:spMkLst>
            <pc:docMk/>
            <pc:sldMk cId="2507212342" sldId="279"/>
            <ac:spMk id="4" creationId="{420234B8-BF85-9FB6-1297-9274BEE85EC3}"/>
          </ac:spMkLst>
        </pc:spChg>
      </pc:sldChg>
    </pc:docChg>
  </pc:docChgLst>
  <pc:docChgLst>
    <pc:chgData name="Sean Chu O-lee" userId="b8331393-c33a-410b-9300-cf70aa53c606" providerId="ADAL" clId="{70269E0C-BE4C-4F78-B00C-05C4582C914F}"/>
    <pc:docChg chg="undo custSel addSld delSld modSld">
      <pc:chgData name="Sean Chu O-lee" userId="b8331393-c33a-410b-9300-cf70aa53c606" providerId="ADAL" clId="{70269E0C-BE4C-4F78-B00C-05C4582C914F}" dt="2026-03-11T15:02:15.318" v="73" actId="1076"/>
      <pc:docMkLst>
        <pc:docMk/>
      </pc:docMkLst>
      <pc:sldChg chg="modSp mod">
        <pc:chgData name="Sean Chu O-lee" userId="b8331393-c33a-410b-9300-cf70aa53c606" providerId="ADAL" clId="{70269E0C-BE4C-4F78-B00C-05C4582C914F}" dt="2026-03-11T14:57:05.698" v="14" actId="20577"/>
        <pc:sldMkLst>
          <pc:docMk/>
          <pc:sldMk cId="3190346202" sldId="271"/>
        </pc:sldMkLst>
        <pc:spChg chg="mod">
          <ac:chgData name="Sean Chu O-lee" userId="b8331393-c33a-410b-9300-cf70aa53c606" providerId="ADAL" clId="{70269E0C-BE4C-4F78-B00C-05C4582C914F}" dt="2026-03-11T14:57:05.698" v="14" actId="20577"/>
          <ac:spMkLst>
            <pc:docMk/>
            <pc:sldMk cId="3190346202" sldId="271"/>
            <ac:spMk id="2" creationId="{E0D1C7A1-EA09-E270-F31B-E7165C6BA918}"/>
          </ac:spMkLst>
        </pc:spChg>
        <pc:spChg chg="mod">
          <ac:chgData name="Sean Chu O-lee" userId="b8331393-c33a-410b-9300-cf70aa53c606" providerId="ADAL" clId="{70269E0C-BE4C-4F78-B00C-05C4582C914F}" dt="2026-03-11T14:56:53.645" v="1" actId="20577"/>
          <ac:spMkLst>
            <pc:docMk/>
            <pc:sldMk cId="3190346202" sldId="271"/>
            <ac:spMk id="3" creationId="{7D6B77FF-3251-5C37-A79B-E345F1D75884}"/>
          </ac:spMkLst>
        </pc:spChg>
      </pc:sldChg>
      <pc:sldChg chg="addSp delSp modSp add del mod">
        <pc:chgData name="Sean Chu O-lee" userId="b8331393-c33a-410b-9300-cf70aa53c606" providerId="ADAL" clId="{70269E0C-BE4C-4F78-B00C-05C4582C914F}" dt="2026-03-11T15:02:15.318" v="73" actId="1076"/>
        <pc:sldMkLst>
          <pc:docMk/>
          <pc:sldMk cId="1195036719" sldId="277"/>
        </pc:sldMkLst>
        <pc:cxnChg chg="add mod">
          <ac:chgData name="Sean Chu O-lee" userId="b8331393-c33a-410b-9300-cf70aa53c606" providerId="ADAL" clId="{70269E0C-BE4C-4F78-B00C-05C4582C914F}" dt="2026-03-11T14:59:04.036" v="27" actId="14100"/>
          <ac:cxnSpMkLst>
            <pc:docMk/>
            <pc:sldMk cId="1195036719" sldId="277"/>
            <ac:cxnSpMk id="3" creationId="{219D7527-4D16-2E55-0680-E0985C08B3C7}"/>
          </ac:cxnSpMkLst>
        </pc:cxnChg>
        <pc:cxnChg chg="add mod">
          <ac:chgData name="Sean Chu O-lee" userId="b8331393-c33a-410b-9300-cf70aa53c606" providerId="ADAL" clId="{70269E0C-BE4C-4F78-B00C-05C4582C914F}" dt="2026-03-11T15:01:53.522" v="67" actId="1076"/>
          <ac:cxnSpMkLst>
            <pc:docMk/>
            <pc:sldMk cId="1195036719" sldId="277"/>
            <ac:cxnSpMk id="11" creationId="{5A269A0A-BB88-75F9-DB1F-4E3DBA19F1DE}"/>
          </ac:cxnSpMkLst>
        </pc:cxnChg>
        <pc:cxnChg chg="add mod">
          <ac:chgData name="Sean Chu O-lee" userId="b8331393-c33a-410b-9300-cf70aa53c606" providerId="ADAL" clId="{70269E0C-BE4C-4F78-B00C-05C4582C914F}" dt="2026-03-11T15:02:15.318" v="73" actId="1076"/>
          <ac:cxnSpMkLst>
            <pc:docMk/>
            <pc:sldMk cId="1195036719" sldId="277"/>
            <ac:cxnSpMk id="26" creationId="{11474356-D8CA-BDD2-51F2-18318A0DE59C}"/>
          </ac:cxnSpMkLst>
        </pc:cxnChg>
        <pc:cxnChg chg="add mod">
          <ac:chgData name="Sean Chu O-lee" userId="b8331393-c33a-410b-9300-cf70aa53c606" providerId="ADAL" clId="{70269E0C-BE4C-4F78-B00C-05C4582C914F}" dt="2026-03-11T15:00:23.397" v="46" actId="1076"/>
          <ac:cxnSpMkLst>
            <pc:docMk/>
            <pc:sldMk cId="1195036719" sldId="277"/>
            <ac:cxnSpMk id="29" creationId="{CDB9C372-E889-9FFA-1C21-B2B0792DE63E}"/>
          </ac:cxnSpMkLst>
        </pc:cxnChg>
        <pc:cxnChg chg="add mod">
          <ac:chgData name="Sean Chu O-lee" userId="b8331393-c33a-410b-9300-cf70aa53c606" providerId="ADAL" clId="{70269E0C-BE4C-4F78-B00C-05C4582C914F}" dt="2026-03-11T15:01:44.201" v="64" actId="1076"/>
          <ac:cxnSpMkLst>
            <pc:docMk/>
            <pc:sldMk cId="1195036719" sldId="277"/>
            <ac:cxnSpMk id="36" creationId="{1548DD0A-2B5D-14F9-8A66-9DB3C35B8031}"/>
          </ac:cxnSpMkLst>
        </pc:cxnChg>
        <pc:cxnChg chg="add mod">
          <ac:chgData name="Sean Chu O-lee" userId="b8331393-c33a-410b-9300-cf70aa53c606" providerId="ADAL" clId="{70269E0C-BE4C-4F78-B00C-05C4582C914F}" dt="2026-03-11T15:02:07.456" v="70" actId="1076"/>
          <ac:cxnSpMkLst>
            <pc:docMk/>
            <pc:sldMk cId="1195036719" sldId="277"/>
            <ac:cxnSpMk id="39" creationId="{A0A93F0E-DBB3-37BE-F59B-B9C188B50965}"/>
          </ac:cxnSpMkLst>
        </pc:cxnChg>
        <pc:cxnChg chg="add mod">
          <ac:chgData name="Sean Chu O-lee" userId="b8331393-c33a-410b-9300-cf70aa53c606" providerId="ADAL" clId="{70269E0C-BE4C-4F78-B00C-05C4582C914F}" dt="2026-03-11T15:01:32.762" v="61" actId="1076"/>
          <ac:cxnSpMkLst>
            <pc:docMk/>
            <pc:sldMk cId="1195036719" sldId="277"/>
            <ac:cxnSpMk id="42" creationId="{02597010-8BEB-B325-FBB9-340D2970356E}"/>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414E82-ADCD-FD47-BF65-1CB77688E5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BD77275F-47EE-5D41-9AD1-87DB20B6D6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A56EDA-A6C4-4448-81DB-D569FC06E2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9A5776-8919-4545-841A-B3D7B8C234F7}" type="slidenum">
              <a:rPr lang="en-US" smtClean="0"/>
              <a:t>‹#›</a:t>
            </a:fld>
            <a:endParaRPr lang="en-US"/>
          </a:p>
        </p:txBody>
      </p:sp>
      <p:sp>
        <p:nvSpPr>
          <p:cNvPr id="6" name="Date Placeholder 5">
            <a:extLst>
              <a:ext uri="{FF2B5EF4-FFF2-40B4-BE49-F238E27FC236}">
                <a16:creationId xmlns:a16="http://schemas.microsoft.com/office/drawing/2014/main" id="{0C9F3C12-DCB7-CE45-91CF-EA40F829F7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D61072-73DA-A04B-8A41-67DE4C728D5B}" type="datetimeFigureOut">
              <a:rPr lang="en-US" smtClean="0"/>
              <a:t>3/26/2026</a:t>
            </a:fld>
            <a:endParaRPr lang="en-US"/>
          </a:p>
        </p:txBody>
      </p:sp>
    </p:spTree>
    <p:extLst>
      <p:ext uri="{BB962C8B-B14F-4D97-AF65-F5344CB8AC3E}">
        <p14:creationId xmlns:p14="http://schemas.microsoft.com/office/powerpoint/2010/main" val="3823383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65683-8446-064B-AD30-47BA72480F7C}"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63BD6-9A76-3E42-9DF3-1D28BC75B5C8}" type="slidenum">
              <a:rPr lang="en-US" smtClean="0"/>
              <a:t>‹#›</a:t>
            </a:fld>
            <a:endParaRPr lang="en-US"/>
          </a:p>
        </p:txBody>
      </p:sp>
    </p:spTree>
    <p:extLst>
      <p:ext uri="{BB962C8B-B14F-4D97-AF65-F5344CB8AC3E}">
        <p14:creationId xmlns:p14="http://schemas.microsoft.com/office/powerpoint/2010/main" val="2570671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C63BD6-9A76-3E42-9DF3-1D28BC75B5C8}" type="slidenum">
              <a:rPr lang="en-US" smtClean="0"/>
              <a:t>1</a:t>
            </a:fld>
            <a:endParaRPr lang="en-US"/>
          </a:p>
        </p:txBody>
      </p:sp>
    </p:spTree>
    <p:extLst>
      <p:ext uri="{BB962C8B-B14F-4D97-AF65-F5344CB8AC3E}">
        <p14:creationId xmlns:p14="http://schemas.microsoft.com/office/powerpoint/2010/main" val="2663526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C63BD6-9A76-3E42-9DF3-1D28BC75B5C8}" type="slidenum">
              <a:rPr lang="en-US" smtClean="0"/>
              <a:t>2</a:t>
            </a:fld>
            <a:endParaRPr lang="en-US"/>
          </a:p>
        </p:txBody>
      </p:sp>
    </p:spTree>
    <p:extLst>
      <p:ext uri="{BB962C8B-B14F-4D97-AF65-F5344CB8AC3E}">
        <p14:creationId xmlns:p14="http://schemas.microsoft.com/office/powerpoint/2010/main" val="1720277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759E9-7686-3FAD-7D25-AE2709991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1923F-A9EC-9F94-3F98-AEDC10AB6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1704A-DD39-407B-ACC2-73A885D706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4E9790-4300-5D04-C6F8-765E1F7AB2F4}"/>
              </a:ext>
            </a:extLst>
          </p:cNvPr>
          <p:cNvSpPr>
            <a:spLocks noGrp="1"/>
          </p:cNvSpPr>
          <p:nvPr>
            <p:ph type="sldNum" sz="quarter" idx="5"/>
          </p:nvPr>
        </p:nvSpPr>
        <p:spPr/>
        <p:txBody>
          <a:bodyPr/>
          <a:lstStyle/>
          <a:p>
            <a:fld id="{37C63BD6-9A76-3E42-9DF3-1D28BC75B5C8}" type="slidenum">
              <a:rPr lang="en-US" smtClean="0"/>
              <a:t>3</a:t>
            </a:fld>
            <a:endParaRPr lang="en-US"/>
          </a:p>
        </p:txBody>
      </p:sp>
    </p:spTree>
    <p:extLst>
      <p:ext uri="{BB962C8B-B14F-4D97-AF65-F5344CB8AC3E}">
        <p14:creationId xmlns:p14="http://schemas.microsoft.com/office/powerpoint/2010/main" val="4267844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5939B-A697-EF14-31BE-AC2F497FF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0E127-7AF7-8359-07E9-061775C65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41774-E1A5-ABC1-CC67-86B257C15D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07332-CCF6-A020-B5C5-BF60B8B58F99}"/>
              </a:ext>
            </a:extLst>
          </p:cNvPr>
          <p:cNvSpPr>
            <a:spLocks noGrp="1"/>
          </p:cNvSpPr>
          <p:nvPr>
            <p:ph type="sldNum" sz="quarter" idx="5"/>
          </p:nvPr>
        </p:nvSpPr>
        <p:spPr/>
        <p:txBody>
          <a:bodyPr/>
          <a:lstStyle/>
          <a:p>
            <a:fld id="{37C63BD6-9A76-3E42-9DF3-1D28BC75B5C8}" type="slidenum">
              <a:rPr lang="en-US" smtClean="0"/>
              <a:t>4</a:t>
            </a:fld>
            <a:endParaRPr lang="en-US"/>
          </a:p>
        </p:txBody>
      </p:sp>
    </p:spTree>
    <p:extLst>
      <p:ext uri="{BB962C8B-B14F-4D97-AF65-F5344CB8AC3E}">
        <p14:creationId xmlns:p14="http://schemas.microsoft.com/office/powerpoint/2010/main" val="2700787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6D742-88D2-E425-3130-5696D4B2D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2FD6A-13D8-C5B2-7A20-2BD0B20FC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2B6B1-B0F8-03AC-2421-1E2486513C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44204-654A-FC8F-63F5-C3B650593EDD}"/>
              </a:ext>
            </a:extLst>
          </p:cNvPr>
          <p:cNvSpPr>
            <a:spLocks noGrp="1"/>
          </p:cNvSpPr>
          <p:nvPr>
            <p:ph type="sldNum" sz="quarter" idx="5"/>
          </p:nvPr>
        </p:nvSpPr>
        <p:spPr/>
        <p:txBody>
          <a:bodyPr/>
          <a:lstStyle/>
          <a:p>
            <a:fld id="{37C63BD6-9A76-3E42-9DF3-1D28BC75B5C8}" type="slidenum">
              <a:rPr lang="en-US" smtClean="0"/>
              <a:t>5</a:t>
            </a:fld>
            <a:endParaRPr lang="en-US"/>
          </a:p>
        </p:txBody>
      </p:sp>
    </p:spTree>
    <p:extLst>
      <p:ext uri="{BB962C8B-B14F-4D97-AF65-F5344CB8AC3E}">
        <p14:creationId xmlns:p14="http://schemas.microsoft.com/office/powerpoint/2010/main" val="4179819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19E5-08BB-B57B-0275-A33F73FD0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8C393-AE76-28FF-E1F5-526D80D0A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2E1FA-4611-BF8B-80DF-86321D1587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805BB1-079A-66E7-DDD1-45767A93EC62}"/>
              </a:ext>
            </a:extLst>
          </p:cNvPr>
          <p:cNvSpPr>
            <a:spLocks noGrp="1"/>
          </p:cNvSpPr>
          <p:nvPr>
            <p:ph type="sldNum" sz="quarter" idx="5"/>
          </p:nvPr>
        </p:nvSpPr>
        <p:spPr/>
        <p:txBody>
          <a:bodyPr/>
          <a:lstStyle/>
          <a:p>
            <a:fld id="{37C63BD6-9A76-3E42-9DF3-1D28BC75B5C8}" type="slidenum">
              <a:rPr lang="en-US" smtClean="0"/>
              <a:t>6</a:t>
            </a:fld>
            <a:endParaRPr lang="en-US"/>
          </a:p>
        </p:txBody>
      </p:sp>
    </p:spTree>
    <p:extLst>
      <p:ext uri="{BB962C8B-B14F-4D97-AF65-F5344CB8AC3E}">
        <p14:creationId xmlns:p14="http://schemas.microsoft.com/office/powerpoint/2010/main" val="212668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0E69-96D4-E38A-4DC9-5A9003F9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C29A1-FF98-EADF-F629-4788E4EBF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679E6-5578-BEE6-6D49-A2A6B02A12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140497-0CA7-058C-7ABB-4F83D6A11822}"/>
              </a:ext>
            </a:extLst>
          </p:cNvPr>
          <p:cNvSpPr>
            <a:spLocks noGrp="1"/>
          </p:cNvSpPr>
          <p:nvPr>
            <p:ph type="sldNum" sz="quarter" idx="5"/>
          </p:nvPr>
        </p:nvSpPr>
        <p:spPr/>
        <p:txBody>
          <a:bodyPr/>
          <a:lstStyle/>
          <a:p>
            <a:fld id="{37C63BD6-9A76-3E42-9DF3-1D28BC75B5C8}" type="slidenum">
              <a:rPr lang="en-US" smtClean="0"/>
              <a:t>7</a:t>
            </a:fld>
            <a:endParaRPr lang="en-US"/>
          </a:p>
        </p:txBody>
      </p:sp>
    </p:spTree>
    <p:extLst>
      <p:ext uri="{BB962C8B-B14F-4D97-AF65-F5344CB8AC3E}">
        <p14:creationId xmlns:p14="http://schemas.microsoft.com/office/powerpoint/2010/main" val="3834677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53327-5845-4A01-2A2E-D92276A75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56274-EE21-CC0A-407F-CAFBDB6EB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ACB391-0153-9C81-9F3D-FFD9AB843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E98090-0F05-04DC-2F16-4548758CF765}"/>
              </a:ext>
            </a:extLst>
          </p:cNvPr>
          <p:cNvSpPr>
            <a:spLocks noGrp="1"/>
          </p:cNvSpPr>
          <p:nvPr>
            <p:ph type="sldNum" sz="quarter" idx="5"/>
          </p:nvPr>
        </p:nvSpPr>
        <p:spPr/>
        <p:txBody>
          <a:bodyPr/>
          <a:lstStyle/>
          <a:p>
            <a:fld id="{37C63BD6-9A76-3E42-9DF3-1D28BC75B5C8}" type="slidenum">
              <a:rPr lang="en-US" smtClean="0"/>
              <a:t>8</a:t>
            </a:fld>
            <a:endParaRPr lang="en-US"/>
          </a:p>
        </p:txBody>
      </p:sp>
    </p:spTree>
    <p:extLst>
      <p:ext uri="{BB962C8B-B14F-4D97-AF65-F5344CB8AC3E}">
        <p14:creationId xmlns:p14="http://schemas.microsoft.com/office/powerpoint/2010/main" val="3306200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CB0FB-576F-7DB7-A714-287AE1F6D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E08E1-A336-4DC2-50FC-3E4A5BA75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84BD4-30BB-2151-8ED1-D57786DE55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04244-EF0B-0F23-95DA-0E6EC6615A18}"/>
              </a:ext>
            </a:extLst>
          </p:cNvPr>
          <p:cNvSpPr>
            <a:spLocks noGrp="1"/>
          </p:cNvSpPr>
          <p:nvPr>
            <p:ph type="sldNum" sz="quarter" idx="5"/>
          </p:nvPr>
        </p:nvSpPr>
        <p:spPr/>
        <p:txBody>
          <a:bodyPr/>
          <a:lstStyle/>
          <a:p>
            <a:fld id="{37C63BD6-9A76-3E42-9DF3-1D28BC75B5C8}" type="slidenum">
              <a:rPr lang="en-US" smtClean="0"/>
              <a:t>9</a:t>
            </a:fld>
            <a:endParaRPr lang="en-US"/>
          </a:p>
        </p:txBody>
      </p:sp>
    </p:spTree>
    <p:extLst>
      <p:ext uri="{BB962C8B-B14F-4D97-AF65-F5344CB8AC3E}">
        <p14:creationId xmlns:p14="http://schemas.microsoft.com/office/powerpoint/2010/main" val="119462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67DC-CA2F-EC77-ACA3-D2A542D06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EAFDB-9572-4700-ED6F-9DB8BC7FA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28E6D-4F93-D917-7682-8458FBF984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CA488E-5F6D-95C5-413F-67200ED7589B}"/>
              </a:ext>
            </a:extLst>
          </p:cNvPr>
          <p:cNvSpPr>
            <a:spLocks noGrp="1"/>
          </p:cNvSpPr>
          <p:nvPr>
            <p:ph type="sldNum" sz="quarter" idx="5"/>
          </p:nvPr>
        </p:nvSpPr>
        <p:spPr/>
        <p:txBody>
          <a:bodyPr/>
          <a:lstStyle/>
          <a:p>
            <a:fld id="{37C63BD6-9A76-3E42-9DF3-1D28BC75B5C8}" type="slidenum">
              <a:rPr lang="en-US" smtClean="0"/>
              <a:t>10</a:t>
            </a:fld>
            <a:endParaRPr lang="en-US"/>
          </a:p>
        </p:txBody>
      </p:sp>
    </p:spTree>
    <p:extLst>
      <p:ext uri="{BB962C8B-B14F-4D97-AF65-F5344CB8AC3E}">
        <p14:creationId xmlns:p14="http://schemas.microsoft.com/office/powerpoint/2010/main" val="6537962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13" name="Purdue Logo" descr="Purdue Logo">
            <a:extLst>
              <a:ext uri="{FF2B5EF4-FFF2-40B4-BE49-F238E27FC236}">
                <a16:creationId xmlns:a16="http://schemas.microsoft.com/office/drawing/2014/main" id="{121060AA-930A-4F8F-D7F6-9CFE82494609}"/>
              </a:ext>
            </a:extLst>
          </p:cNvPr>
          <p:cNvPicPr>
            <a:picLocks noChangeAspect="1"/>
          </p:cNvPicPr>
          <p:nvPr userDrawn="1"/>
        </p:nvPicPr>
        <p:blipFill>
          <a:blip r:embed="rId2"/>
          <a:stretch>
            <a:fillRect/>
          </a:stretch>
        </p:blipFill>
        <p:spPr>
          <a:xfrm>
            <a:off x="1027077" y="5756157"/>
            <a:ext cx="2709200" cy="484939"/>
          </a:xfrm>
          <a:prstGeom prst="rect">
            <a:avLst/>
          </a:prstGeom>
        </p:spPr>
      </p:pic>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3"/>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a:solidFill>
                  <a:schemeClr val="bg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a:p>
        </p:txBody>
      </p:sp>
    </p:spTree>
    <p:extLst>
      <p:ext uri="{BB962C8B-B14F-4D97-AF65-F5344CB8AC3E}">
        <p14:creationId xmlns:p14="http://schemas.microsoft.com/office/powerpoint/2010/main" val="18992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4" name="Purdue Logo" descr="Purdue Logo">
            <a:extLst>
              <a:ext uri="{FF2B5EF4-FFF2-40B4-BE49-F238E27FC236}">
                <a16:creationId xmlns:a16="http://schemas.microsoft.com/office/drawing/2014/main" id="{BA4B2908-555F-78CD-D5EA-D087520FF3FF}"/>
              </a:ext>
            </a:extLst>
          </p:cNvPr>
          <p:cNvPicPr>
            <a:picLocks noChangeAspect="1"/>
          </p:cNvPicPr>
          <p:nvPr userDrawn="1"/>
        </p:nvPicPr>
        <p:blipFill>
          <a:blip r:embed="rId3"/>
          <a:stretch>
            <a:fillRect/>
          </a:stretch>
        </p:blipFill>
        <p:spPr>
          <a:xfrm>
            <a:off x="1034143" y="5756156"/>
            <a:ext cx="2709200" cy="484940"/>
          </a:xfrm>
          <a:prstGeom prst="rect">
            <a:avLst/>
          </a:prstGeom>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1023257" y="1812045"/>
            <a:ext cx="7763458" cy="719757"/>
          </a:xfrm>
        </p:spPr>
        <p:txBody>
          <a:bodyPr>
            <a:noAutofit/>
          </a:bodyPr>
          <a:lstStyle>
            <a:lvl1pPr>
              <a:defRPr sz="5400" cap="none">
                <a:solidFill>
                  <a:schemeClr val="tx1"/>
                </a:solidFill>
              </a:defRPr>
            </a:lvl1pPr>
          </a:lstStyle>
          <a:p>
            <a:r>
              <a:rPr lang="en-US"/>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1023257" y="2617146"/>
            <a:ext cx="7763458" cy="449263"/>
          </a:xfrm>
        </p:spPr>
        <p:txBody>
          <a:bodyPr>
            <a:noAutofit/>
          </a:bodyPr>
          <a:lstStyle>
            <a:lvl1pPr marL="0" indent="0">
              <a:buFontTx/>
              <a:buNone/>
              <a:defRPr sz="2000" b="1">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Subtitle</a:t>
            </a:r>
          </a:p>
        </p:txBody>
      </p:sp>
    </p:spTree>
    <p:extLst>
      <p:ext uri="{BB962C8B-B14F-4D97-AF65-F5344CB8AC3E}">
        <p14:creationId xmlns:p14="http://schemas.microsoft.com/office/powerpoint/2010/main" val="224176078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12192000" cy="68580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478972" y="4671391"/>
            <a:ext cx="11266714" cy="1401419"/>
          </a:xfrm>
        </p:spPr>
        <p:txBody>
          <a:bodyPr/>
          <a:lstStyle>
            <a:lvl1pPr algn="ctr">
              <a:defRPr/>
            </a:lvl1pPr>
          </a:lstStyle>
          <a:p>
            <a:r>
              <a:rPr lang="en-US"/>
              <a:t>Click to edit Master title style</a:t>
            </a:r>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478972" y="6085510"/>
            <a:ext cx="11266714" cy="449263"/>
          </a:xfrm>
        </p:spPr>
        <p:txBody>
          <a:bodyPr>
            <a:noAutofit/>
          </a:bodyPr>
          <a:lstStyle>
            <a:lvl1pPr marL="0" indent="0" algn="ctr">
              <a:buFontTx/>
              <a:buNone/>
              <a:defRPr sz="2000" b="1">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Subtitle style</a:t>
            </a:r>
          </a:p>
        </p:txBody>
      </p:sp>
    </p:spTree>
    <p:extLst>
      <p:ext uri="{BB962C8B-B14F-4D97-AF65-F5344CB8AC3E}">
        <p14:creationId xmlns:p14="http://schemas.microsoft.com/office/powerpoint/2010/main" val="2416971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4"/>
            <a:ext cx="12192000" cy="6867524"/>
          </a:xfrm>
          <a:ln>
            <a:noFill/>
          </a:ln>
        </p:spPr>
        <p:txBody>
          <a:bodyPr/>
          <a:lstStyle/>
          <a:p>
            <a:r>
              <a:rPr lang="en-US"/>
              <a:t>Click icon to add picture</a:t>
            </a:r>
          </a:p>
        </p:txBody>
      </p:sp>
      <p:sp>
        <p:nvSpPr>
          <p:cNvPr id="3" name="Slide Number Placeholder 2">
            <a:extLst>
              <a:ext uri="{FF2B5EF4-FFF2-40B4-BE49-F238E27FC236}">
                <a16:creationId xmlns:a16="http://schemas.microsoft.com/office/drawing/2014/main" id="{1F79F75A-CC7F-0156-FBEA-7AFDE5FD4041}"/>
              </a:ext>
            </a:extLst>
          </p:cNvPr>
          <p:cNvSpPr>
            <a:spLocks noGrp="1"/>
          </p:cNvSpPr>
          <p:nvPr>
            <p:ph type="sldNum" sz="quarter" idx="12"/>
          </p:nvPr>
        </p:nvSpPr>
        <p:spPr/>
        <p:txBody>
          <a:bodyPr/>
          <a:lstStyle/>
          <a:p>
            <a:fld id="{346097E4-2930-9D48-A5CE-AF00B0E70697}" type="slidenum">
              <a:rPr lang="en-US" smtClean="0"/>
              <a:t>‹#›</a:t>
            </a:fld>
            <a:endParaRPr lang="en-US"/>
          </a:p>
        </p:txBody>
      </p:sp>
    </p:spTree>
    <p:extLst>
      <p:ext uri="{BB962C8B-B14F-4D97-AF65-F5344CB8AC3E}">
        <p14:creationId xmlns:p14="http://schemas.microsoft.com/office/powerpoint/2010/main" val="40179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3" name="Slide Number Placeholder 2">
            <a:extLst>
              <a:ext uri="{FF2B5EF4-FFF2-40B4-BE49-F238E27FC236}">
                <a16:creationId xmlns:a16="http://schemas.microsoft.com/office/drawing/2014/main" id="{5571BFAC-9DDD-7E29-716C-4E627DE4B710}"/>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452569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2">
            <a:noAutofit/>
          </a:bodyPr>
          <a:lstStyle>
            <a:lvl1pPr marL="0" indent="0" algn="l" fontAlgn="t">
              <a:buFontTx/>
              <a:buNone/>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3" name="Slide Number Placeholder 2">
            <a:extLst>
              <a:ext uri="{FF2B5EF4-FFF2-40B4-BE49-F238E27FC236}">
                <a16:creationId xmlns:a16="http://schemas.microsoft.com/office/drawing/2014/main" id="{EFF501C3-2A4B-0682-86F9-ADE24EC93AB9}"/>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943721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468086" y="1543324"/>
            <a:ext cx="11266714" cy="4454706"/>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urdue Logo" descr="Purdue Logo">
            <a:extLst>
              <a:ext uri="{FF2B5EF4-FFF2-40B4-BE49-F238E27FC236}">
                <a16:creationId xmlns:a16="http://schemas.microsoft.com/office/drawing/2014/main" id="{57E46A32-0E35-7B3E-4B6F-A7D50B076D9C}"/>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p>
            <a:r>
              <a:rPr lang="en-US"/>
              <a:t>Click to edit Master title style</a:t>
            </a:r>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7" name="Slide Number Placeholder 6">
            <a:extLst>
              <a:ext uri="{FF2B5EF4-FFF2-40B4-BE49-F238E27FC236}">
                <a16:creationId xmlns:a16="http://schemas.microsoft.com/office/drawing/2014/main" id="{F99C5F1A-9BA7-F65D-775E-2A1B983E533A}"/>
              </a:ext>
            </a:extLst>
          </p:cNvPr>
          <p:cNvSpPr>
            <a:spLocks noGrp="1"/>
          </p:cNvSpPr>
          <p:nvPr>
            <p:ph type="sldNum" sz="quarter" idx="15"/>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79125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6" y="1543324"/>
            <a:ext cx="5413169"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6309157" y="1543324"/>
            <a:ext cx="5425643"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urdue Logo" descr="Purdue Logo">
            <a:extLst>
              <a:ext uri="{FF2B5EF4-FFF2-40B4-BE49-F238E27FC236}">
                <a16:creationId xmlns:a16="http://schemas.microsoft.com/office/drawing/2014/main" id="{1187A0AE-82DF-15CC-71EB-814F9338E8D6}"/>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4" name="Slide Number Placeholder 3">
            <a:extLst>
              <a:ext uri="{FF2B5EF4-FFF2-40B4-BE49-F238E27FC236}">
                <a16:creationId xmlns:a16="http://schemas.microsoft.com/office/drawing/2014/main" id="{13B9323E-BACA-0B7A-9E9F-89AD4E33435D}"/>
              </a:ext>
            </a:extLst>
          </p:cNvPr>
          <p:cNvSpPr>
            <a:spLocks noGrp="1"/>
          </p:cNvSpPr>
          <p:nvPr>
            <p:ph type="sldNum" sz="quarter" idx="14"/>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494971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urdue Logo" descr="Purdue Logo">
            <a:extLst>
              <a:ext uri="{FF2B5EF4-FFF2-40B4-BE49-F238E27FC236}">
                <a16:creationId xmlns:a16="http://schemas.microsoft.com/office/drawing/2014/main" id="{D9D56DBC-682D-9000-C377-A3E36338D732}"/>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5" name="Slide Number Placeholder 4">
            <a:extLst>
              <a:ext uri="{FF2B5EF4-FFF2-40B4-BE49-F238E27FC236}">
                <a16:creationId xmlns:a16="http://schemas.microsoft.com/office/drawing/2014/main" id="{08AB0E4F-0D1F-EA8F-1357-B6B9069694D4}"/>
              </a:ext>
            </a:extLst>
          </p:cNvPr>
          <p:cNvSpPr>
            <a:spLocks noGrp="1"/>
          </p:cNvSpPr>
          <p:nvPr>
            <p:ph type="sldNum" sz="quarter" idx="19"/>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883439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3" y="3652272"/>
            <a:ext cx="5469743"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1" y="1543323"/>
            <a:ext cx="546974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6275945" y="1543323"/>
            <a:ext cx="5458727"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6264929" y="3652271"/>
            <a:ext cx="5469743"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9DAB9F8C-827B-9FF4-8ED9-94B840825275}"/>
              </a:ext>
            </a:extLst>
          </p:cNvPr>
          <p:cNvSpPr>
            <a:spLocks noGrp="1"/>
          </p:cNvSpPr>
          <p:nvPr>
            <p:ph type="sldNum" sz="quarter" idx="1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929410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4" y="3652272"/>
            <a:ext cx="3534479"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2" y="1543323"/>
            <a:ext cx="3534479"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336974" y="1543324"/>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325959" y="3652272"/>
            <a:ext cx="3534479"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8205605" y="1532307"/>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8194590" y="3641255"/>
            <a:ext cx="3534479"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196A746C-74C4-5932-427A-31197558E4C2}"/>
              </a:ext>
            </a:extLst>
          </p:cNvPr>
          <p:cNvSpPr>
            <a:spLocks noGrp="1"/>
          </p:cNvSpPr>
          <p:nvPr>
            <p:ph type="sldNum" sz="quarter" idx="18"/>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00285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457202" y="457200"/>
            <a:ext cx="4314823" cy="964096"/>
          </a:xfrm>
        </p:spPr>
        <p:txBody>
          <a:bodyPr anchor="b"/>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457202" y="1570383"/>
            <a:ext cx="4314823" cy="42986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5071871" y="457200"/>
            <a:ext cx="6662927" cy="541178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urdue Logo" descr="Purdue Logo">
            <a:extLst>
              <a:ext uri="{FF2B5EF4-FFF2-40B4-BE49-F238E27FC236}">
                <a16:creationId xmlns:a16="http://schemas.microsoft.com/office/drawing/2014/main" id="{821C840C-3AA9-6493-3A9D-CE82D8D49211}"/>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6" name="Slide Number Placeholder 5">
            <a:extLst>
              <a:ext uri="{FF2B5EF4-FFF2-40B4-BE49-F238E27FC236}">
                <a16:creationId xmlns:a16="http://schemas.microsoft.com/office/drawing/2014/main" id="{0F51D343-4F7E-84C3-CD08-673F2FE5FD22}"/>
              </a:ext>
            </a:extLst>
          </p:cNvPr>
          <p:cNvSpPr>
            <a:spLocks noGrp="1"/>
          </p:cNvSpPr>
          <p:nvPr>
            <p:ph type="sldNum" sz="quarter" idx="10"/>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43742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hoto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9A83-2C12-9A72-A547-B9374C1072DC}"/>
              </a:ext>
            </a:extLst>
          </p:cNvPr>
          <p:cNvSpPr>
            <a:spLocks noGrp="1"/>
          </p:cNvSpPr>
          <p:nvPr>
            <p:ph type="title"/>
          </p:nvPr>
        </p:nvSpPr>
        <p:spPr>
          <a:xfrm>
            <a:off x="446314" y="470037"/>
            <a:ext cx="4325711" cy="1034775"/>
          </a:xfrm>
        </p:spPr>
        <p:txBody>
          <a:bodyPr anchor="b"/>
          <a:lstStyle>
            <a:lvl1pPr fontAlgn="t">
              <a:defRPr sz="3200"/>
            </a:lvl1pPr>
          </a:lstStyle>
          <a:p>
            <a:r>
              <a:rPr lang="en-US"/>
              <a:t>Click to edit Master title style</a:t>
            </a:r>
          </a:p>
        </p:txBody>
      </p:sp>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5183188" y="470037"/>
            <a:ext cx="6562498" cy="5391013"/>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46314" y="1759226"/>
            <a:ext cx="4325711" cy="4086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6" name="Slide Number Placeholder 5">
            <a:extLst>
              <a:ext uri="{FF2B5EF4-FFF2-40B4-BE49-F238E27FC236}">
                <a16:creationId xmlns:a16="http://schemas.microsoft.com/office/drawing/2014/main" id="{CA25B1EA-1D6F-289D-FACB-9040F171AD5C}"/>
              </a:ext>
            </a:extLst>
          </p:cNvPr>
          <p:cNvSpPr>
            <a:spLocks noGrp="1"/>
          </p:cNvSpPr>
          <p:nvPr>
            <p:ph type="sldNum" sz="quarter" idx="10"/>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40984975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46313"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6286962"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4" name="Slide Number Placeholder 3">
            <a:extLst>
              <a:ext uri="{FF2B5EF4-FFF2-40B4-BE49-F238E27FC236}">
                <a16:creationId xmlns:a16="http://schemas.microsoft.com/office/drawing/2014/main" id="{F29B4851-011B-C9F1-B12A-2265ABEC7501}"/>
              </a:ext>
            </a:extLst>
          </p:cNvPr>
          <p:cNvSpPr>
            <a:spLocks noGrp="1"/>
          </p:cNvSpPr>
          <p:nvPr>
            <p:ph type="sldNum" sz="quarter" idx="14"/>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1269792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68086" y="1543323"/>
            <a:ext cx="5862679"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6615759" y="1543322"/>
            <a:ext cx="5129927" cy="4307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3486577" y="3795304"/>
            <a:ext cx="2844188"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68086" y="3795304"/>
            <a:ext cx="2844188"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6" name="Slide Number Placeholder 5">
            <a:extLst>
              <a:ext uri="{FF2B5EF4-FFF2-40B4-BE49-F238E27FC236}">
                <a16:creationId xmlns:a16="http://schemas.microsoft.com/office/drawing/2014/main" id="{6E14516F-C8C7-9666-D863-2EEAB76C8685}"/>
              </a:ext>
            </a:extLst>
          </p:cNvPr>
          <p:cNvSpPr>
            <a:spLocks noGrp="1"/>
          </p:cNvSpPr>
          <p:nvPr>
            <p:ph type="sldNum" sz="quarter" idx="1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424616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314295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25714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25714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214780" y="125714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314295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214780" y="314295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413656" y="564563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435428" y="375982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4303332" y="375982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8193008" y="375982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4281560" y="564563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8193008" y="564563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DDD41E05-E2FD-7748-8B57-EC9C68C6891A}"/>
              </a:ext>
            </a:extLst>
          </p:cNvPr>
          <p:cNvSpPr>
            <a:spLocks noGrp="1"/>
          </p:cNvSpPr>
          <p:nvPr>
            <p:ph type="sldNum" sz="quarter" idx="2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700043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4390986"/>
            <a:ext cx="3541792" cy="15773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257146"/>
            <a:ext cx="3520020" cy="291943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257147"/>
            <a:ext cx="3520020" cy="2919436"/>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214780" y="1257146"/>
            <a:ext cx="3520020" cy="2919435"/>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4390985"/>
            <a:ext cx="3541792" cy="157732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214780" y="4390986"/>
            <a:ext cx="3541792" cy="15773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DDD41E05-E2FD-7748-8B57-EC9C68C6891A}"/>
              </a:ext>
            </a:extLst>
          </p:cNvPr>
          <p:cNvSpPr>
            <a:spLocks noGrp="1"/>
          </p:cNvSpPr>
          <p:nvPr>
            <p:ph type="sldNum" sz="quarter" idx="2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27730817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4" y="1542762"/>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34406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23655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912904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843620" y="3651150"/>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474136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763385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Slide Number Placeholder 4">
            <a:extLst>
              <a:ext uri="{FF2B5EF4-FFF2-40B4-BE49-F238E27FC236}">
                <a16:creationId xmlns:a16="http://schemas.microsoft.com/office/drawing/2014/main" id="{CC7B7A1A-70E9-2FE4-C6F5-83B077FA0A30}"/>
              </a:ext>
            </a:extLst>
          </p:cNvPr>
          <p:cNvSpPr>
            <a:spLocks noGrp="1"/>
          </p:cNvSpPr>
          <p:nvPr>
            <p:ph type="sldNum" sz="quarter" idx="21"/>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0478771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521986" y="3884037"/>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467A134D-7A3A-AD4B-91DF-57347E308706}"/>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6521726" y="3395949"/>
            <a:ext cx="521294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userDrawn="1"/>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6521726" y="5636913"/>
            <a:ext cx="521281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Slide Number Placeholder 3">
            <a:extLst>
              <a:ext uri="{FF2B5EF4-FFF2-40B4-BE49-F238E27FC236}">
                <a16:creationId xmlns:a16="http://schemas.microsoft.com/office/drawing/2014/main" id="{52FB5882-2267-1630-20F3-B4AD242C8785}"/>
              </a:ext>
            </a:extLst>
          </p:cNvPr>
          <p:cNvSpPr>
            <a:spLocks noGrp="1"/>
          </p:cNvSpPr>
          <p:nvPr>
            <p:ph type="sldNum" sz="quarter" idx="20"/>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6252521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9287219" y="3884037"/>
            <a:ext cx="2447580"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6521986" y="3879120"/>
            <a:ext cx="2528916"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ECAC4E08-5A51-BF4F-655E-4E54DD771548}"/>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6571823" y="3395949"/>
            <a:ext cx="5162846"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userDrawn="1"/>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6562654" y="5631997"/>
            <a:ext cx="2488248"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userDrawn="1"/>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9337055" y="5641703"/>
            <a:ext cx="2408630"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Slide Number Placeholder 12">
            <a:extLst>
              <a:ext uri="{FF2B5EF4-FFF2-40B4-BE49-F238E27FC236}">
                <a16:creationId xmlns:a16="http://schemas.microsoft.com/office/drawing/2014/main" id="{5060CCDA-D884-EB50-0B9C-1003FDB3977F}"/>
              </a:ext>
            </a:extLst>
          </p:cNvPr>
          <p:cNvSpPr>
            <a:spLocks noGrp="1"/>
          </p:cNvSpPr>
          <p:nvPr>
            <p:ph type="sldNum" sz="quarter" idx="21"/>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0470578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userDrawn="1"/>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3C0F4F-1E76-E3A4-E5AA-8FA79C7C69FB}"/>
              </a:ext>
            </a:extLst>
          </p:cNvPr>
          <p:cNvSpPr/>
          <p:nvPr userDrawn="1"/>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7105CB-DECE-0616-2A57-776784CFC1CB}"/>
              </a:ext>
            </a:extLst>
          </p:cNvPr>
          <p:cNvSpPr/>
          <p:nvPr userDrawn="1"/>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903506" y="1436468"/>
            <a:ext cx="3319462" cy="339561"/>
          </a:xfrm>
        </p:spPr>
        <p:txBody>
          <a:bodyPr>
            <a:noAutofit/>
          </a:bodyPr>
          <a:lstStyle>
            <a:lvl1pPr marL="0" indent="0" algn="ctr" fontAlgn="t">
              <a:spcBef>
                <a:spcPts val="0"/>
              </a:spcBef>
              <a:buFontTx/>
              <a:buNone/>
              <a:defRPr sz="1800" baseline="0">
                <a:solidFill>
                  <a:schemeClr val="bg1"/>
                </a:solidFill>
                <a:latin typeface="+mj-lt"/>
              </a:defRPr>
            </a:lvl1pPr>
          </a:lstStyle>
          <a:p>
            <a:pPr lvl="0"/>
            <a:r>
              <a:rPr lang="en-US"/>
              <a:t>Click to edit Subhead</a:t>
            </a:r>
          </a:p>
        </p:txBody>
      </p:sp>
      <p:sp>
        <p:nvSpPr>
          <p:cNvPr id="9" name="Text Placeholder 8">
            <a:extLst>
              <a:ext uri="{FF2B5EF4-FFF2-40B4-BE49-F238E27FC236}">
                <a16:creationId xmlns:a16="http://schemas.microsoft.com/office/drawing/2014/main" id="{8CE94D6C-2E61-91FC-DA54-8FB71DE93C01}"/>
              </a:ext>
            </a:extLst>
          </p:cNvPr>
          <p:cNvSpPr>
            <a:spLocks noGrp="1"/>
          </p:cNvSpPr>
          <p:nvPr>
            <p:ph type="body" sz="quarter" idx="11" hasCustomPrompt="1"/>
          </p:nvPr>
        </p:nvSpPr>
        <p:spPr>
          <a:xfrm>
            <a:off x="1101943" y="2043222"/>
            <a:ext cx="2950589" cy="1691333"/>
          </a:xfrm>
        </p:spPr>
        <p:txBody>
          <a:bodyPr>
            <a:noAutofit/>
          </a:bodyPr>
          <a:lstStyle>
            <a:lvl1pPr marL="0" indent="0" algn="l">
              <a:buFontTx/>
              <a:buNone/>
              <a:defRPr sz="1400">
                <a:solidFill>
                  <a:schemeClr val="bg1"/>
                </a:solidFill>
                <a:latin typeface="+mn-lt"/>
              </a:defRPr>
            </a:lvl1pPr>
          </a:lstStyle>
          <a:p>
            <a:r>
              <a:rPr lang="de-DE" sz="1400" err="1">
                <a:solidFill>
                  <a:schemeClr val="bg1"/>
                </a:solidFill>
                <a:latin typeface="Franklin Gothic Book" panose="020B0503020102020204" pitchFamily="34" charset="0"/>
              </a:rPr>
              <a:t>Lorem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ipsum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sit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amet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consetetur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sadipscing</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elitr</a:t>
            </a:r>
            <a:r>
              <a:rPr lang="de-DE" sz="1400">
                <a:solidFill>
                  <a:schemeClr val="bg1"/>
                </a:solidFill>
                <a:latin typeface="Franklin Gothic Book" panose="020B0503020102020204" pitchFamily="34" charset="0"/>
              </a:rPr>
              <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nonumy</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eirmod</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tempor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invidunt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ut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labore</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dolore</a:t>
            </a:r>
            <a:r>
              <a:rPr lang="de-DE" sz="1400">
                <a:solidFill>
                  <a:schemeClr val="bg1"/>
                </a:solidFill>
                <a:latin typeface="Franklin Gothic Book" panose="020B0503020102020204" pitchFamily="34" charset="0"/>
              </a:rPr>
              <a:t> magna </a:t>
            </a:r>
            <a:r>
              <a:rPr lang="de-DE" sz="1400" err="1">
                <a:solidFill>
                  <a:schemeClr val="bg1"/>
                </a:solidFill>
                <a:latin typeface="Franklin Gothic Book" panose="020B0503020102020204" pitchFamily="34" charset="0"/>
              </a:rPr>
              <a:t>aliquyam</a:t>
            </a:r>
            <a:r>
              <a:rPr lang="de-DE" sz="1400">
                <a:solidFill>
                  <a:schemeClr val="bg1"/>
                </a:solidFill>
                <a:latin typeface="Franklin Gothic Book" panose="020B0503020102020204" pitchFamily="34" charset="0"/>
              </a:rPr>
              <a:t> erat,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voluptua</a:t>
            </a:r>
            <a:r>
              <a:rPr lang="de-DE" sz="1400">
                <a:solidFill>
                  <a:schemeClr val="bg1"/>
                </a:solidFill>
                <a:latin typeface="Franklin Gothic Book" panose="020B0503020102020204" pitchFamily="34" charset="0"/>
              </a:rPr>
              <a:t>. At </a:t>
            </a:r>
            <a:r>
              <a:rPr lang="de-DE" sz="1400" err="1">
                <a:solidFill>
                  <a:schemeClr val="bg1"/>
                </a:solidFill>
                <a:latin typeface="Franklin Gothic Book" panose="020B0503020102020204" pitchFamily="34" charset="0"/>
              </a:rPr>
              <a:t>vero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eos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accusam</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justo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duo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dolores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ea</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rebum</a:t>
            </a:r>
            <a:r>
              <a:rPr lang="de-DE" sz="1400">
                <a:solidFill>
                  <a:schemeClr val="bg1"/>
                </a:solidFill>
                <a:latin typeface="Franklin Gothic Book" panose="020B0503020102020204" pitchFamily="34" charset="0"/>
              </a:rPr>
              <a:t>.</a:t>
            </a:r>
          </a:p>
          <a:p>
            <a:endParaRPr lang="en-US">
              <a:solidFill>
                <a:schemeClr val="bg1"/>
              </a:solidFill>
            </a:endParaRPr>
          </a:p>
          <a:p>
            <a:pPr lvl="0"/>
            <a:endParaRPr lang="en-US"/>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1101943" y="4045824"/>
            <a:ext cx="2951163" cy="1555750"/>
          </a:xfrm>
        </p:spPr>
        <p:txBody>
          <a:bodyPr/>
          <a:lstStyle>
            <a:lvl1pPr marL="0" indent="0">
              <a:buNone/>
              <a:defRPr/>
            </a:lvl1pPr>
          </a:lstStyle>
          <a:p>
            <a:r>
              <a:rPr lang="en-US"/>
              <a:t>Click icon to add picture</a:t>
            </a:r>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4421284" y="1436468"/>
            <a:ext cx="3319462" cy="339561"/>
          </a:xfrm>
        </p:spPr>
        <p:txBody>
          <a:bodyPr>
            <a:noAutofit/>
          </a:bodyPr>
          <a:lstStyle>
            <a:lvl1pPr marL="0" indent="0" algn="ctr" fontAlgn="t">
              <a:spcBef>
                <a:spcPts val="0"/>
              </a:spcBef>
              <a:buFontTx/>
              <a:buNone/>
              <a:defRPr sz="1800" baseline="0">
                <a:solidFill>
                  <a:schemeClr val="bg1"/>
                </a:solidFill>
                <a:latin typeface="+mj-lt"/>
              </a:defRPr>
            </a:lvl1pPr>
          </a:lstStyle>
          <a:p>
            <a:pPr lvl="0"/>
            <a:r>
              <a:rPr lang="en-US"/>
              <a:t>Click to edit Subhead</a:t>
            </a:r>
          </a:p>
        </p:txBody>
      </p:sp>
      <p:sp>
        <p:nvSpPr>
          <p:cNvPr id="18" name="Text Placeholder 8">
            <a:extLst>
              <a:ext uri="{FF2B5EF4-FFF2-40B4-BE49-F238E27FC236}">
                <a16:creationId xmlns:a16="http://schemas.microsoft.com/office/drawing/2014/main" id="{756D1137-A56F-85A2-FEB3-FEBA9D3C86F5}"/>
              </a:ext>
            </a:extLst>
          </p:cNvPr>
          <p:cNvSpPr>
            <a:spLocks noGrp="1"/>
          </p:cNvSpPr>
          <p:nvPr>
            <p:ph type="body" sz="quarter" idx="14" hasCustomPrompt="1"/>
          </p:nvPr>
        </p:nvSpPr>
        <p:spPr>
          <a:xfrm>
            <a:off x="4619721" y="2043222"/>
            <a:ext cx="2950589" cy="1691333"/>
          </a:xfrm>
        </p:spPr>
        <p:txBody>
          <a:bodyPr>
            <a:noAutofit/>
          </a:bodyPr>
          <a:lstStyle>
            <a:lvl1pPr marL="0" indent="0" algn="l">
              <a:buFontTx/>
              <a:buNone/>
              <a:defRPr sz="1400">
                <a:solidFill>
                  <a:schemeClr val="bg1"/>
                </a:solidFill>
                <a:latin typeface="+mn-lt"/>
              </a:defRPr>
            </a:lvl1pPr>
          </a:lstStyle>
          <a:p>
            <a:r>
              <a:rPr lang="de-DE" sz="1400" err="1">
                <a:solidFill>
                  <a:schemeClr val="bg1"/>
                </a:solidFill>
                <a:latin typeface="Franklin Gothic Book" panose="020B0503020102020204" pitchFamily="34" charset="0"/>
              </a:rPr>
              <a:t>Lorem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ipsum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sit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amet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consetetur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sadipscing</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elitr</a:t>
            </a:r>
            <a:r>
              <a:rPr lang="de-DE" sz="1400">
                <a:solidFill>
                  <a:schemeClr val="bg1"/>
                </a:solidFill>
                <a:latin typeface="Franklin Gothic Book" panose="020B0503020102020204" pitchFamily="34" charset="0"/>
              </a:rPr>
              <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nonumy</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eirmod</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tempor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invidunt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ut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labore</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dolore</a:t>
            </a:r>
            <a:r>
              <a:rPr lang="de-DE" sz="1400">
                <a:solidFill>
                  <a:schemeClr val="bg1"/>
                </a:solidFill>
                <a:latin typeface="Franklin Gothic Book" panose="020B0503020102020204" pitchFamily="34" charset="0"/>
              </a:rPr>
              <a:t> magna </a:t>
            </a:r>
            <a:r>
              <a:rPr lang="de-DE" sz="1400" err="1">
                <a:solidFill>
                  <a:schemeClr val="bg1"/>
                </a:solidFill>
                <a:latin typeface="Franklin Gothic Book" panose="020B0503020102020204" pitchFamily="34" charset="0"/>
              </a:rPr>
              <a:t>aliquyam</a:t>
            </a:r>
            <a:r>
              <a:rPr lang="de-DE" sz="1400">
                <a:solidFill>
                  <a:schemeClr val="bg1"/>
                </a:solidFill>
                <a:latin typeface="Franklin Gothic Book" panose="020B0503020102020204" pitchFamily="34" charset="0"/>
              </a:rPr>
              <a:t> erat,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voluptua</a:t>
            </a:r>
            <a:r>
              <a:rPr lang="de-DE" sz="1400">
                <a:solidFill>
                  <a:schemeClr val="bg1"/>
                </a:solidFill>
                <a:latin typeface="Franklin Gothic Book" panose="020B0503020102020204" pitchFamily="34" charset="0"/>
              </a:rPr>
              <a:t>. At </a:t>
            </a:r>
            <a:r>
              <a:rPr lang="de-DE" sz="1400" err="1">
                <a:solidFill>
                  <a:schemeClr val="bg1"/>
                </a:solidFill>
                <a:latin typeface="Franklin Gothic Book" panose="020B0503020102020204" pitchFamily="34" charset="0"/>
              </a:rPr>
              <a:t>vero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eos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accusam</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justo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duo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dolores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ea</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rebum</a:t>
            </a:r>
            <a:r>
              <a:rPr lang="de-DE" sz="1400">
                <a:solidFill>
                  <a:schemeClr val="bg1"/>
                </a:solidFill>
                <a:latin typeface="Franklin Gothic Book" panose="020B0503020102020204" pitchFamily="34" charset="0"/>
              </a:rPr>
              <a:t>.</a:t>
            </a:r>
          </a:p>
          <a:p>
            <a:endParaRPr lang="en-US">
              <a:solidFill>
                <a:schemeClr val="bg1"/>
              </a:solidFill>
            </a:endParaRPr>
          </a:p>
          <a:p>
            <a:pPr lvl="0"/>
            <a:endParaRPr lang="en-US"/>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4619721" y="4045824"/>
            <a:ext cx="2951163" cy="1555750"/>
          </a:xfrm>
        </p:spPr>
        <p:txBody>
          <a:bodyPr/>
          <a:lstStyle>
            <a:lvl1pPr marL="0" indent="0">
              <a:buNone/>
              <a:defRPr/>
            </a:lvl1pPr>
          </a:lstStyle>
          <a:p>
            <a:r>
              <a:rPr lang="en-US"/>
              <a:t>Click icon to add picture</a:t>
            </a:r>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7938803" y="1433918"/>
            <a:ext cx="3319462" cy="339561"/>
          </a:xfrm>
        </p:spPr>
        <p:txBody>
          <a:bodyPr>
            <a:noAutofit/>
          </a:bodyPr>
          <a:lstStyle>
            <a:lvl1pPr marL="0" indent="0" algn="ctr" fontAlgn="t">
              <a:spcBef>
                <a:spcPts val="0"/>
              </a:spcBef>
              <a:buFontTx/>
              <a:buNone/>
              <a:defRPr sz="1800" b="1" baseline="0">
                <a:solidFill>
                  <a:schemeClr val="bg1"/>
                </a:solidFill>
                <a:latin typeface="+mj-lt"/>
              </a:defRPr>
            </a:lvl1pPr>
          </a:lstStyle>
          <a:p>
            <a:pPr lvl="0"/>
            <a:r>
              <a:rPr lang="en-US"/>
              <a:t>Click to edit Subhead</a:t>
            </a:r>
          </a:p>
        </p:txBody>
      </p:sp>
      <p:sp>
        <p:nvSpPr>
          <p:cNvPr id="22" name="Text Placeholder 8">
            <a:extLst>
              <a:ext uri="{FF2B5EF4-FFF2-40B4-BE49-F238E27FC236}">
                <a16:creationId xmlns:a16="http://schemas.microsoft.com/office/drawing/2014/main" id="{326B9638-0AB1-0F11-EA67-211E59867313}"/>
              </a:ext>
            </a:extLst>
          </p:cNvPr>
          <p:cNvSpPr>
            <a:spLocks noGrp="1"/>
          </p:cNvSpPr>
          <p:nvPr>
            <p:ph type="body" sz="quarter" idx="17" hasCustomPrompt="1"/>
          </p:nvPr>
        </p:nvSpPr>
        <p:spPr>
          <a:xfrm>
            <a:off x="8137240" y="2040672"/>
            <a:ext cx="2950589" cy="1691333"/>
          </a:xfrm>
        </p:spPr>
        <p:txBody>
          <a:bodyPr>
            <a:noAutofit/>
          </a:bodyPr>
          <a:lstStyle>
            <a:lvl1pPr marL="0" indent="0" algn="l">
              <a:buFontTx/>
              <a:buNone/>
              <a:defRPr sz="1400" b="1">
                <a:solidFill>
                  <a:schemeClr val="bg1"/>
                </a:solidFill>
                <a:latin typeface="+mn-lt"/>
              </a:defRPr>
            </a:lvl1pPr>
          </a:lstStyle>
          <a:p>
            <a:r>
              <a:rPr lang="de-DE" sz="1400" err="1">
                <a:solidFill>
                  <a:schemeClr val="bg1"/>
                </a:solidFill>
                <a:latin typeface="Franklin Gothic Book" panose="020B0503020102020204" pitchFamily="34" charset="0"/>
              </a:rPr>
              <a:t>Lorem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ipsum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sit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amet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consetetur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sadipscing</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elitr</a:t>
            </a:r>
            <a:r>
              <a:rPr lang="de-DE" sz="1400">
                <a:solidFill>
                  <a:schemeClr val="bg1"/>
                </a:solidFill>
                <a:latin typeface="Franklin Gothic Book" panose="020B0503020102020204" pitchFamily="34" charset="0"/>
              </a:rPr>
              <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nonumy</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eirmod</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tempor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invidunt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ut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labore</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dolore</a:t>
            </a:r>
            <a:r>
              <a:rPr lang="de-DE" sz="1400">
                <a:solidFill>
                  <a:schemeClr val="bg1"/>
                </a:solidFill>
                <a:latin typeface="Franklin Gothic Book" panose="020B0503020102020204" pitchFamily="34" charset="0"/>
              </a:rPr>
              <a:t> magna </a:t>
            </a:r>
            <a:r>
              <a:rPr lang="de-DE" sz="1400" err="1">
                <a:solidFill>
                  <a:schemeClr val="bg1"/>
                </a:solidFill>
                <a:latin typeface="Franklin Gothic Book" panose="020B0503020102020204" pitchFamily="34" charset="0"/>
              </a:rPr>
              <a:t>aliquyam</a:t>
            </a:r>
            <a:r>
              <a:rPr lang="de-DE" sz="1400">
                <a:solidFill>
                  <a:schemeClr val="bg1"/>
                </a:solidFill>
                <a:latin typeface="Franklin Gothic Book" panose="020B0503020102020204" pitchFamily="34" charset="0"/>
              </a:rPr>
              <a:t> erat,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voluptua</a:t>
            </a:r>
            <a:r>
              <a:rPr lang="de-DE" sz="1400">
                <a:solidFill>
                  <a:schemeClr val="bg1"/>
                </a:solidFill>
                <a:latin typeface="Franklin Gothic Book" panose="020B0503020102020204" pitchFamily="34" charset="0"/>
              </a:rPr>
              <a:t>. At </a:t>
            </a:r>
            <a:r>
              <a:rPr lang="de-DE" sz="1400" err="1">
                <a:solidFill>
                  <a:schemeClr val="bg1"/>
                </a:solidFill>
                <a:latin typeface="Franklin Gothic Book" panose="020B0503020102020204" pitchFamily="34" charset="0"/>
              </a:rPr>
              <a:t>vero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eos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accusam</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justo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duo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dolores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ea</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rebum</a:t>
            </a:r>
            <a:r>
              <a:rPr lang="de-DE" sz="1400">
                <a:solidFill>
                  <a:schemeClr val="bg1"/>
                </a:solidFill>
                <a:latin typeface="Franklin Gothic Book" panose="020B0503020102020204" pitchFamily="34" charset="0"/>
              </a:rPr>
              <a:t>.</a:t>
            </a:r>
          </a:p>
          <a:p>
            <a:endParaRPr lang="en-US">
              <a:solidFill>
                <a:schemeClr val="bg1"/>
              </a:solidFill>
            </a:endParaRPr>
          </a:p>
          <a:p>
            <a:pPr lvl="0"/>
            <a:endParaRPr lang="en-US"/>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8137240" y="4043274"/>
            <a:ext cx="2951163" cy="1555750"/>
          </a:xfrm>
        </p:spPr>
        <p:txBody>
          <a:bodyPr/>
          <a:lstStyle>
            <a:lvl1pPr marL="0" indent="0">
              <a:buNone/>
              <a:defRPr b="1"/>
            </a:lvl1pPr>
          </a:lstStyle>
          <a:p>
            <a:r>
              <a:rPr lang="en-US"/>
              <a:t>Click icon to add picture</a:t>
            </a:r>
          </a:p>
        </p:txBody>
      </p:sp>
      <p:pic>
        <p:nvPicPr>
          <p:cNvPr id="15" name="Purdue Logo" descr="Purdue Logo">
            <a:extLst>
              <a:ext uri="{FF2B5EF4-FFF2-40B4-BE49-F238E27FC236}">
                <a16:creationId xmlns:a16="http://schemas.microsoft.com/office/drawing/2014/main" id="{F444D1CF-9A99-D079-5D89-6DE824A89344}"/>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6B79AD88-FE01-5097-473B-0D0ED2D85A41}"/>
              </a:ext>
            </a:extLst>
          </p:cNvPr>
          <p:cNvSpPr>
            <a:spLocks noGrp="1"/>
          </p:cNvSpPr>
          <p:nvPr>
            <p:ph type="sldNum" sz="quarter" idx="19"/>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4142152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userDrawn="1"/>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44A1A-1D1D-F2D9-8EC1-EFF25EBA1FB0}"/>
              </a:ext>
            </a:extLst>
          </p:cNvPr>
          <p:cNvSpPr/>
          <p:nvPr userDrawn="1"/>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38D75A-DD50-6C6E-0A9D-7F77E72C780A}"/>
              </a:ext>
            </a:extLst>
          </p:cNvPr>
          <p:cNvSpPr/>
          <p:nvPr userDrawn="1"/>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903247" y="1436466"/>
            <a:ext cx="3319462" cy="339561"/>
          </a:xfrm>
        </p:spPr>
        <p:txBody>
          <a:bodyPr>
            <a:noAutofit/>
          </a:bodyPr>
          <a:lstStyle>
            <a:lvl1pPr marL="0" indent="0" algn="ctr" fontAlgn="t">
              <a:spcBef>
                <a:spcPts val="0"/>
              </a:spcBef>
              <a:buFontTx/>
              <a:buNone/>
              <a:defRPr sz="1800" baseline="0">
                <a:solidFill>
                  <a:schemeClr val="tx1"/>
                </a:solidFill>
                <a:latin typeface="+mj-lt"/>
              </a:defRPr>
            </a:lvl1pPr>
          </a:lstStyle>
          <a:p>
            <a:pPr lvl="0"/>
            <a:r>
              <a:rPr lang="en-US"/>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4421025" y="1436466"/>
            <a:ext cx="3319462" cy="339561"/>
          </a:xfrm>
        </p:spPr>
        <p:txBody>
          <a:bodyPr>
            <a:noAutofit/>
          </a:bodyPr>
          <a:lstStyle>
            <a:lvl1pPr marL="0" indent="0" algn="ctr" fontAlgn="t">
              <a:spcBef>
                <a:spcPts val="0"/>
              </a:spcBef>
              <a:buFontTx/>
              <a:buNone/>
              <a:defRPr sz="1800" baseline="0">
                <a:solidFill>
                  <a:schemeClr val="tx1"/>
                </a:solidFill>
                <a:latin typeface="+mj-lt"/>
              </a:defRPr>
            </a:lvl1pPr>
          </a:lstStyle>
          <a:p>
            <a:pPr lvl="0"/>
            <a:r>
              <a:rPr lang="en-US"/>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7938544" y="1433916"/>
            <a:ext cx="3319462" cy="339561"/>
          </a:xfrm>
        </p:spPr>
        <p:txBody>
          <a:bodyPr>
            <a:noAutofit/>
          </a:bodyPr>
          <a:lstStyle>
            <a:lvl1pPr marL="0" indent="0" algn="ctr" fontAlgn="t">
              <a:spcBef>
                <a:spcPts val="0"/>
              </a:spcBef>
              <a:buFontTx/>
              <a:buNone/>
              <a:defRPr sz="1800" b="1" baseline="0">
                <a:solidFill>
                  <a:schemeClr val="tx1"/>
                </a:solidFill>
                <a:latin typeface="+mj-lt"/>
              </a:defRPr>
            </a:lvl1pPr>
          </a:lstStyle>
          <a:p>
            <a:pPr lvl="0"/>
            <a:r>
              <a:rPr lang="en-US"/>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1101684" y="2040670"/>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4604880" y="2065258"/>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1101684" y="4045822"/>
            <a:ext cx="2951163" cy="1555750"/>
          </a:xfrm>
        </p:spPr>
        <p:txBody>
          <a:bodyPr/>
          <a:lstStyle>
            <a:lvl1pPr marL="0" indent="0">
              <a:buNone/>
              <a:defRPr/>
            </a:lvl1pPr>
          </a:lstStyle>
          <a:p>
            <a:r>
              <a:rPr lang="en-US"/>
              <a:t>Click icon to add picture</a:t>
            </a:r>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4619462" y="4045822"/>
            <a:ext cx="2951163" cy="1555750"/>
          </a:xfrm>
        </p:spPr>
        <p:txBody>
          <a:bodyPr/>
          <a:lstStyle>
            <a:lvl1pPr marL="0" indent="0">
              <a:buNone/>
              <a:defRPr/>
            </a:lvl1pPr>
          </a:lstStyle>
          <a:p>
            <a:r>
              <a:rPr lang="en-US"/>
              <a:t>Click icon to add picture</a:t>
            </a:r>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8136981" y="4043272"/>
            <a:ext cx="2951163" cy="1555750"/>
          </a:xfrm>
        </p:spPr>
        <p:txBody>
          <a:bodyPr/>
          <a:lstStyle>
            <a:lvl1pPr marL="0" indent="0">
              <a:buNone/>
              <a:defRPr b="1"/>
            </a:lvl1pPr>
          </a:lstStyle>
          <a:p>
            <a:r>
              <a:rPr lang="en-US"/>
              <a:t>Click icon to add picture</a:t>
            </a:r>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8129414" y="2071424"/>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body copy.</a:t>
            </a:r>
          </a:p>
        </p:txBody>
      </p:sp>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59CB0B28-EB34-B935-AE4A-7CE9E4336910}"/>
              </a:ext>
            </a:extLst>
          </p:cNvPr>
          <p:cNvSpPr>
            <a:spLocks noGrp="1"/>
          </p:cNvSpPr>
          <p:nvPr>
            <p:ph type="sldNum" sz="quarter" idx="2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85738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 5 Color Blocks">
    <p:spTree>
      <p:nvGrpSpPr>
        <p:cNvPr id="1" name=""/>
        <p:cNvGrpSpPr/>
        <p:nvPr/>
      </p:nvGrpSpPr>
      <p:grpSpPr>
        <a:xfrm>
          <a:off x="0" y="0"/>
          <a:ext cx="0" cy="0"/>
          <a:chOff x="0" y="0"/>
          <a:chExt cx="0" cy="0"/>
        </a:xfrm>
      </p:grpSpPr>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userDrawn="1"/>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userDrawn="1"/>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userDrawn="1"/>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userDrawn="1"/>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userDrawn="1"/>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userDrawn="1"/>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userDrawn="1"/>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1008584" y="1783909"/>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3045438" y="1768552"/>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5082291" y="1768552"/>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7119145" y="1768552"/>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9156000" y="1770870"/>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1117982"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3175312" y="2299864"/>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5212165"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7249018"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9285873"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3" name="Slide Number Placeholder 2">
            <a:extLst>
              <a:ext uri="{FF2B5EF4-FFF2-40B4-BE49-F238E27FC236}">
                <a16:creationId xmlns:a16="http://schemas.microsoft.com/office/drawing/2014/main" id="{CF0AFDB1-12D2-1D31-D510-3BCAF0C50B2B}"/>
              </a:ext>
            </a:extLst>
          </p:cNvPr>
          <p:cNvSpPr>
            <a:spLocks noGrp="1"/>
          </p:cNvSpPr>
          <p:nvPr>
            <p:ph type="sldNum" sz="quarter" idx="3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623662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 5 Color Blocks">
    <p:spTree>
      <p:nvGrpSpPr>
        <p:cNvPr id="1" name=""/>
        <p:cNvGrpSpPr/>
        <p:nvPr/>
      </p:nvGrpSpPr>
      <p:grpSpPr>
        <a:xfrm>
          <a:off x="0" y="0"/>
          <a:ext cx="0" cy="0"/>
          <a:chOff x="0" y="0"/>
          <a:chExt cx="0" cy="0"/>
        </a:xfrm>
      </p:grpSpPr>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2061805" y="1427365"/>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a:spLocks noChangeAspect="1"/>
          </p:cNvSpPr>
          <p:nvPr userDrawn="1"/>
        </p:nvSpPr>
        <p:spPr>
          <a:xfrm>
            <a:off x="1789573" y="1921554"/>
            <a:ext cx="2462485" cy="389748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5161487" y="1414849"/>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a:spLocks noChangeAspect="1"/>
          </p:cNvSpPr>
          <p:nvPr userDrawn="1"/>
        </p:nvSpPr>
        <p:spPr>
          <a:xfrm>
            <a:off x="4936460" y="1921554"/>
            <a:ext cx="2459736" cy="389748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8212173" y="1366402"/>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a:spLocks noChangeAspect="1"/>
          </p:cNvSpPr>
          <p:nvPr userDrawn="1"/>
        </p:nvSpPr>
        <p:spPr>
          <a:xfrm>
            <a:off x="7953238" y="1883633"/>
            <a:ext cx="2459736" cy="393540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2061807" y="1537417"/>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5161489" y="1521467"/>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8212173" y="1474358"/>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8261168" y="2137420"/>
            <a:ext cx="1918018" cy="3681619"/>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3" name="Slide Number Placeholder 2">
            <a:extLst>
              <a:ext uri="{FF2B5EF4-FFF2-40B4-BE49-F238E27FC236}">
                <a16:creationId xmlns:a16="http://schemas.microsoft.com/office/drawing/2014/main" id="{CF0AFDB1-12D2-1D31-D510-3BCAF0C50B2B}"/>
              </a:ext>
            </a:extLst>
          </p:cNvPr>
          <p:cNvSpPr>
            <a:spLocks noGrp="1"/>
          </p:cNvSpPr>
          <p:nvPr>
            <p:ph type="sldNum" sz="quarter" idx="36"/>
          </p:nvPr>
        </p:nvSpPr>
        <p:spPr/>
        <p:txBody>
          <a:bodyPr/>
          <a:lstStyle/>
          <a:p>
            <a:fld id="{3086EA1D-707D-B54C-8FFB-433BD1A27D0B}" type="slidenum">
              <a:rPr lang="en-US" smtClean="0"/>
              <a:pPr/>
              <a:t>‹#›</a:t>
            </a:fld>
            <a:endParaRPr lang="en-US"/>
          </a:p>
        </p:txBody>
      </p:sp>
      <p:sp>
        <p:nvSpPr>
          <p:cNvPr id="4" name="Text Placeholder 3">
            <a:extLst>
              <a:ext uri="{FF2B5EF4-FFF2-40B4-BE49-F238E27FC236}">
                <a16:creationId xmlns:a16="http://schemas.microsoft.com/office/drawing/2014/main" id="{045AE862-5948-83B1-721B-CA1BA25A4CA5}"/>
              </a:ext>
            </a:extLst>
          </p:cNvPr>
          <p:cNvSpPr>
            <a:spLocks noGrp="1"/>
          </p:cNvSpPr>
          <p:nvPr>
            <p:ph type="body" sz="half" idx="37"/>
          </p:nvPr>
        </p:nvSpPr>
        <p:spPr>
          <a:xfrm>
            <a:off x="5207319" y="2137419"/>
            <a:ext cx="1918018" cy="3681619"/>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ext Placeholder 3">
            <a:extLst>
              <a:ext uri="{FF2B5EF4-FFF2-40B4-BE49-F238E27FC236}">
                <a16:creationId xmlns:a16="http://schemas.microsoft.com/office/drawing/2014/main" id="{1168C893-EF09-CEB2-3FC8-60DF0841231B}"/>
              </a:ext>
            </a:extLst>
          </p:cNvPr>
          <p:cNvSpPr>
            <a:spLocks noGrp="1"/>
          </p:cNvSpPr>
          <p:nvPr>
            <p:ph type="body" sz="half" idx="38"/>
          </p:nvPr>
        </p:nvSpPr>
        <p:spPr>
          <a:xfrm>
            <a:off x="2061807" y="2115477"/>
            <a:ext cx="1918018" cy="3681619"/>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4562428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4"/>
            <a:ext cx="6581614" cy="6867524"/>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1142005" y="891153"/>
            <a:ext cx="3932237" cy="1600200"/>
          </a:xfrm>
        </p:spPr>
        <p:txBody>
          <a:bodyPr anchor="b"/>
          <a:lstStyle>
            <a:lvl1pPr>
              <a:defRPr sz="320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8B7745F7-8908-BBA2-2D4D-7A215D38DF70}"/>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26665883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5"/>
            <a:ext cx="6581614" cy="6892463"/>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1142005" y="891153"/>
            <a:ext cx="3932237" cy="1600200"/>
          </a:xfrm>
        </p:spPr>
        <p:txBody>
          <a:bodyPr anchor="b"/>
          <a:lstStyle>
            <a:lvl1pPr>
              <a:defRPr sz="3200">
                <a:solidFill>
                  <a:schemeClr val="tx1"/>
                </a:solidFill>
              </a:defRPr>
            </a:lvl1pPr>
          </a:lstStyle>
          <a:p>
            <a:r>
              <a:rPr lang="en-US"/>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4522CF03-CCE7-F9C6-26FF-C319D40925FC}"/>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8195030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805070" y="2466280"/>
            <a:ext cx="7981645" cy="719757"/>
          </a:xfrm>
        </p:spPr>
        <p:txBody>
          <a:bodyPr>
            <a:noAutofit/>
          </a:bodyPr>
          <a:lstStyle>
            <a:lvl1pPr>
              <a:defRPr sz="9600" cap="none">
                <a:solidFill>
                  <a:schemeClr val="bg1"/>
                </a:solidFill>
              </a:defRPr>
            </a:lvl1pPr>
          </a:lstStyle>
          <a:p>
            <a:r>
              <a:rPr lang="en-US"/>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a:solidFill>
                  <a:schemeClr val="bg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contact info</a:t>
            </a:r>
          </a:p>
        </p:txBody>
      </p:sp>
      <p:pic>
        <p:nvPicPr>
          <p:cNvPr id="8" name="Purdue Logo" descr="Purdue Logo">
            <a:extLst>
              <a:ext uri="{FF2B5EF4-FFF2-40B4-BE49-F238E27FC236}">
                <a16:creationId xmlns:a16="http://schemas.microsoft.com/office/drawing/2014/main" id="{D1A65555-63A8-D3C1-AA71-F25B3071BDC0}"/>
              </a:ext>
            </a:extLst>
          </p:cNvPr>
          <p:cNvPicPr>
            <a:picLocks noChangeAspect="1"/>
          </p:cNvPicPr>
          <p:nvPr userDrawn="1"/>
        </p:nvPicPr>
        <p:blipFill>
          <a:blip r:embed="rId3"/>
          <a:stretch>
            <a:fillRect/>
          </a:stretch>
        </p:blipFill>
        <p:spPr>
          <a:xfrm>
            <a:off x="805070" y="5739119"/>
            <a:ext cx="2709200" cy="484939"/>
          </a:xfrm>
          <a:prstGeom prst="rect">
            <a:avLst/>
          </a:prstGeom>
        </p:spPr>
      </p:pic>
    </p:spTree>
    <p:extLst>
      <p:ext uri="{BB962C8B-B14F-4D97-AF65-F5344CB8AC3E}">
        <p14:creationId xmlns:p14="http://schemas.microsoft.com/office/powerpoint/2010/main" val="10464708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4" name="Purdue Logo" descr="Purdue Logo">
            <a:extLst>
              <a:ext uri="{FF2B5EF4-FFF2-40B4-BE49-F238E27FC236}">
                <a16:creationId xmlns:a16="http://schemas.microsoft.com/office/drawing/2014/main" id="{BA4B2908-555F-78CD-D5EA-D087520FF3FF}"/>
              </a:ext>
            </a:extLst>
          </p:cNvPr>
          <p:cNvPicPr>
            <a:picLocks noChangeAspect="1"/>
          </p:cNvPicPr>
          <p:nvPr userDrawn="1"/>
        </p:nvPicPr>
        <p:blipFill>
          <a:blip r:embed="rId3"/>
          <a:stretch>
            <a:fillRect/>
          </a:stretch>
        </p:blipFill>
        <p:spPr>
          <a:xfrm>
            <a:off x="1034143" y="5756156"/>
            <a:ext cx="2709200" cy="484940"/>
          </a:xfrm>
          <a:prstGeom prst="rect">
            <a:avLst/>
          </a:prstGeom>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805070" y="2466280"/>
            <a:ext cx="7981645" cy="719757"/>
          </a:xfrm>
        </p:spPr>
        <p:txBody>
          <a:bodyPr>
            <a:noAutofit/>
          </a:bodyPr>
          <a:lstStyle>
            <a:lvl1pPr>
              <a:defRPr sz="9600" cap="none">
                <a:solidFill>
                  <a:schemeClr val="tx1"/>
                </a:solidFill>
              </a:defRPr>
            </a:lvl1pPr>
          </a:lstStyle>
          <a:p>
            <a:r>
              <a:rPr lang="en-US"/>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contact info</a:t>
            </a:r>
          </a:p>
        </p:txBody>
      </p:sp>
    </p:spTree>
    <p:extLst>
      <p:ext uri="{BB962C8B-B14F-4D97-AF65-F5344CB8AC3E}">
        <p14:creationId xmlns:p14="http://schemas.microsoft.com/office/powerpoint/2010/main" val="171920035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943100" y="1877220"/>
            <a:ext cx="6844439" cy="1661993"/>
          </a:xfrm>
          <a:prstGeom prst="rect">
            <a:avLst/>
          </a:prstGeom>
          <a:noFill/>
        </p:spPr>
        <p:txBody>
          <a:bodyPr wrap="square" lIns="0" tIns="0" rIns="0" bIns="0" rtlCol="0">
            <a:spAutoFit/>
          </a:bodyPr>
          <a:lstStyle/>
          <a:p>
            <a:r>
              <a:rPr lang="en-US" sz="1800" dirty="0">
                <a:solidFill>
                  <a:schemeClr val="bg1"/>
                </a:solidFill>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endParaRPr lang="en-US" sz="1800" dirty="0">
              <a:solidFill>
                <a:schemeClr val="bg1"/>
              </a:solidFill>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943100" y="3846218"/>
            <a:ext cx="7225680" cy="505523"/>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20" name="Gold Triangle">
            <a:extLst>
              <a:ext uri="{FF2B5EF4-FFF2-40B4-BE49-F238E27FC236}">
                <a16:creationId xmlns:a16="http://schemas.microsoft.com/office/drawing/2014/main" id="{8FB3CDDA-E495-3748-8358-7ED0109F464A}"/>
              </a:ext>
            </a:extLst>
          </p:cNvPr>
          <p:cNvPicPr>
            <a:picLocks noChangeAspect="1"/>
          </p:cNvPicPr>
          <p:nvPr userDrawn="1"/>
        </p:nvPicPr>
        <p:blipFill>
          <a:blip r:embed="rId2"/>
          <a:stretch>
            <a:fillRect/>
          </a:stretch>
        </p:blipFill>
        <p:spPr>
          <a:xfrm>
            <a:off x="9956800" y="0"/>
            <a:ext cx="2235200"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10032275" y="6202177"/>
            <a:ext cx="1142268" cy="323968"/>
          </a:xfrm>
          <a:prstGeom prst="rect">
            <a:avLst/>
          </a:prstGeom>
        </p:spPr>
        <p:txBody>
          <a:bodyPr/>
          <a:lstStyle>
            <a:lvl1pPr>
              <a:defRPr>
                <a:solidFill>
                  <a:schemeClr val="accent4">
                    <a:alpha val="70000"/>
                  </a:schemeClr>
                </a:solidFill>
              </a:defRPr>
            </a:lvl1pPr>
          </a:lstStyle>
          <a:p>
            <a:fld id="{049DC8E1-D369-0F48-9062-BB068AFD07CE}" type="datetime1">
              <a:rPr lang="en-US" smtClean="0"/>
              <a:pPr/>
              <a:t>3/26/2026</a:t>
            </a:fld>
            <a:endParaRPr lang="en-US" dirty="0"/>
          </a:p>
        </p:txBody>
      </p:sp>
      <p:cxnSp>
        <p:nvCxnSpPr>
          <p:cNvPr id="22" name="Line">
            <a:extLst>
              <a:ext uri="{FF2B5EF4-FFF2-40B4-BE49-F238E27FC236}">
                <a16:creationId xmlns:a16="http://schemas.microsoft.com/office/drawing/2014/main" id="{6E05FCF8-5823-9D4D-B7F3-412E5BDD4E01}"/>
              </a:ext>
            </a:extLst>
          </p:cNvPr>
          <p:cNvCxnSpPr>
            <a:cxnSpLocks/>
          </p:cNvCxnSpPr>
          <p:nvPr userDrawn="1"/>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11206124"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pic>
        <p:nvPicPr>
          <p:cNvPr id="9" name="Purdue CoBrand">
            <a:extLst>
              <a:ext uri="{FF2B5EF4-FFF2-40B4-BE49-F238E27FC236}">
                <a16:creationId xmlns:a16="http://schemas.microsoft.com/office/drawing/2014/main" id="{FD0EC21E-06D9-A343-B534-0EED0F3D39CB}"/>
              </a:ext>
            </a:extLst>
          </p:cNvPr>
          <p:cNvPicPr>
            <a:picLocks noChangeAspect="1"/>
          </p:cNvPicPr>
          <p:nvPr userDrawn="1"/>
        </p:nvPicPr>
        <p:blipFill>
          <a:blip r:embed="rId3"/>
          <a:stretch>
            <a:fillRect/>
          </a:stretch>
        </p:blipFill>
        <p:spPr>
          <a:xfrm>
            <a:off x="1071700" y="5981517"/>
            <a:ext cx="4349081" cy="460490"/>
          </a:xfrm>
          <a:prstGeom prst="rect">
            <a:avLst/>
          </a:prstGeom>
        </p:spPr>
      </p:pic>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352" userDrawn="1">
          <p15:clr>
            <a:srgbClr val="FBAE40"/>
          </p15:clr>
        </p15:guide>
        <p15:guide id="8" orient="horz" pos="192" userDrawn="1">
          <p15:clr>
            <a:srgbClr val="FBAE40"/>
          </p15:clr>
        </p15:guide>
        <p15:guide id="9" pos="1224"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F61CC-58D4-72CE-66CA-BFE87D085DCB}"/>
              </a:ext>
            </a:extLst>
          </p:cNvPr>
          <p:cNvSpPr>
            <a:spLocks noGrp="1"/>
          </p:cNvSpPr>
          <p:nvPr>
            <p:ph type="title"/>
          </p:nvPr>
        </p:nvSpPr>
        <p:spPr>
          <a:xfrm>
            <a:off x="468086" y="385004"/>
            <a:ext cx="11266714" cy="589032"/>
          </a:xfrm>
          <a:prstGeom prst="rect">
            <a:avLst/>
          </a:prstGeom>
        </p:spPr>
        <p:txBody>
          <a:bodyPr vert="horz" lIns="91440" tIns="45720" rIns="91440" bIns="45720" rtlCol="0" anchor="ctr">
            <a:normAutofit/>
          </a:bodyPr>
          <a:lstStyle/>
          <a:p>
            <a:r>
              <a:rPr lang="en-US"/>
              <a:t>Click to edit Master slide title</a:t>
            </a:r>
          </a:p>
        </p:txBody>
      </p:sp>
      <p:sp>
        <p:nvSpPr>
          <p:cNvPr id="3" name="Text Placeholder 2">
            <a:extLst>
              <a:ext uri="{FF2B5EF4-FFF2-40B4-BE49-F238E27FC236}">
                <a16:creationId xmlns:a16="http://schemas.microsoft.com/office/drawing/2014/main" id="{41FD4295-B2CD-F1FF-F99B-B267D1740FB9}"/>
              </a:ext>
            </a:extLst>
          </p:cNvPr>
          <p:cNvSpPr>
            <a:spLocks noGrp="1"/>
          </p:cNvSpPr>
          <p:nvPr>
            <p:ph type="body" idx="1"/>
          </p:nvPr>
        </p:nvSpPr>
        <p:spPr>
          <a:xfrm>
            <a:off x="468086" y="1192696"/>
            <a:ext cx="11266714" cy="48379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F235C51E-B187-34DE-A75E-C3E52E200A52}"/>
              </a:ext>
            </a:extLst>
          </p:cNvPr>
          <p:cNvSpPr>
            <a:spLocks noGrp="1"/>
          </p:cNvSpPr>
          <p:nvPr>
            <p:ph type="sldNum" sz="quarter" idx="4"/>
          </p:nvPr>
        </p:nvSpPr>
        <p:spPr>
          <a:xfrm>
            <a:off x="10634663" y="6290433"/>
            <a:ext cx="110013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86EA1D-707D-B54C-8FFB-433BD1A27D0B}" type="slidenum">
              <a:rPr lang="en-US" smtClean="0"/>
              <a:pPr/>
              <a:t>‹#›</a:t>
            </a:fld>
            <a:endParaRPr lang="en-US"/>
          </a:p>
        </p:txBody>
      </p:sp>
    </p:spTree>
    <p:extLst>
      <p:ext uri="{BB962C8B-B14F-4D97-AF65-F5344CB8AC3E}">
        <p14:creationId xmlns:p14="http://schemas.microsoft.com/office/powerpoint/2010/main" val="102918227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25" r:id="rId29"/>
  </p:sldLayoutIdLst>
  <p:hf hdr="0" ftr="0" dt="0"/>
  <p:txStyles>
    <p:titleStyle>
      <a:lvl1pPr algn="l" defTabSz="914400" rtl="0" eaLnBrk="1" fontAlgn="t" latinLnBrk="0" hangingPunct="1">
        <a:lnSpc>
          <a:spcPct val="90000"/>
        </a:lnSpc>
        <a:spcBef>
          <a:spcPct val="0"/>
        </a:spcBef>
        <a:buNone/>
        <a:defRPr lang="en-US" sz="4800" b="0" i="1" kern="1200" cap="none" baseline="0" dirty="0">
          <a:solidFill>
            <a:schemeClr val="tx1"/>
          </a:solidFill>
          <a:latin typeface="Franklin Gothic Medium Cond" panose="020B0606030402020204" pitchFamily="34" charset="0"/>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multisite.eos.ncsu.edu/www-ergocenter-ncsu-edu/wp-content/uploads/sites/18/2016/06/Anthropometric-Detailed-Data-Tables.pdf"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www.ecfr.gov/current/title-29/section-1926.968" TargetMode="External"/><Relationship Id="rId4" Type="http://schemas.openxmlformats.org/officeDocument/2006/relationships/hyperlink" Target="https://eaglepubs.erau.edu/introductiontoaerospaceflightvehicles/chapter/bluff-body-flow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24D8-BDB0-04E6-4DFD-41E866CEF639}"/>
              </a:ext>
            </a:extLst>
          </p:cNvPr>
          <p:cNvSpPr>
            <a:spLocks noGrp="1"/>
          </p:cNvSpPr>
          <p:nvPr>
            <p:ph type="title"/>
          </p:nvPr>
        </p:nvSpPr>
        <p:spPr>
          <a:xfrm>
            <a:off x="870799" y="1404133"/>
            <a:ext cx="7981645" cy="719757"/>
          </a:xfrm>
        </p:spPr>
        <p:txBody>
          <a:bodyPr anchor="ctr">
            <a:normAutofit/>
          </a:bodyPr>
          <a:lstStyle/>
          <a:p>
            <a:r>
              <a:rPr lang="en-US" sz="3800" dirty="0"/>
              <a:t>Ease and Safety of Walking in Wind</a:t>
            </a:r>
          </a:p>
        </p:txBody>
      </p:sp>
      <p:sp>
        <p:nvSpPr>
          <p:cNvPr id="4" name="Text Placeholder 3">
            <a:extLst>
              <a:ext uri="{FF2B5EF4-FFF2-40B4-BE49-F238E27FC236}">
                <a16:creationId xmlns:a16="http://schemas.microsoft.com/office/drawing/2014/main" id="{39709400-1EE7-CA30-016E-07C501EA73AC}"/>
              </a:ext>
            </a:extLst>
          </p:cNvPr>
          <p:cNvSpPr>
            <a:spLocks noGrp="1"/>
          </p:cNvSpPr>
          <p:nvPr>
            <p:ph type="body" sz="quarter" idx="10"/>
          </p:nvPr>
        </p:nvSpPr>
        <p:spPr>
          <a:xfrm>
            <a:off x="977877" y="4267728"/>
            <a:ext cx="7874567" cy="449263"/>
          </a:xfrm>
        </p:spPr>
        <p:txBody>
          <a:bodyPr>
            <a:normAutofit/>
          </a:bodyPr>
          <a:lstStyle/>
          <a:p>
            <a:r>
              <a:rPr lang="en-US" dirty="0"/>
              <a:t>March 12, 2026</a:t>
            </a:r>
          </a:p>
        </p:txBody>
      </p:sp>
      <p:sp>
        <p:nvSpPr>
          <p:cNvPr id="5" name="TextBox 4">
            <a:extLst>
              <a:ext uri="{FF2B5EF4-FFF2-40B4-BE49-F238E27FC236}">
                <a16:creationId xmlns:a16="http://schemas.microsoft.com/office/drawing/2014/main" id="{38531002-71A8-8C83-9AE9-9986B69EDCDC}"/>
              </a:ext>
            </a:extLst>
          </p:cNvPr>
          <p:cNvSpPr txBox="1"/>
          <p:nvPr/>
        </p:nvSpPr>
        <p:spPr>
          <a:xfrm>
            <a:off x="918883" y="2590272"/>
            <a:ext cx="5177117" cy="1477328"/>
          </a:xfrm>
          <a:prstGeom prst="rect">
            <a:avLst/>
          </a:prstGeom>
          <a:noFill/>
        </p:spPr>
        <p:txBody>
          <a:bodyPr wrap="square" rtlCol="0">
            <a:spAutoFit/>
          </a:bodyPr>
          <a:lstStyle/>
          <a:p>
            <a:r>
              <a:rPr lang="en-US" b="1" dirty="0"/>
              <a:t>Team 065</a:t>
            </a:r>
          </a:p>
          <a:p>
            <a:r>
              <a:rPr lang="en-US" dirty="0"/>
              <a:t>	Henry Luo</a:t>
            </a:r>
          </a:p>
          <a:p>
            <a:r>
              <a:rPr lang="en-US" dirty="0"/>
              <a:t>	Janine May</a:t>
            </a:r>
          </a:p>
          <a:p>
            <a:r>
              <a:rPr lang="en-US" dirty="0"/>
              <a:t>	Sean O-Lee</a:t>
            </a:r>
          </a:p>
          <a:p>
            <a:endParaRPr lang="en-US" dirty="0"/>
          </a:p>
        </p:txBody>
      </p:sp>
    </p:spTree>
    <p:extLst>
      <p:ext uri="{BB962C8B-B14F-4D97-AF65-F5344CB8AC3E}">
        <p14:creationId xmlns:p14="http://schemas.microsoft.com/office/powerpoint/2010/main" val="1788673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8DB605-EE3B-DA7B-F3EC-1E11CF867F5A}"/>
              </a:ext>
            </a:extLst>
          </p:cNvPr>
          <p:cNvSpPr>
            <a:spLocks noGrp="1"/>
          </p:cNvSpPr>
          <p:nvPr>
            <p:ph type="body" sz="quarter" idx="11"/>
          </p:nvPr>
        </p:nvSpPr>
        <p:spPr/>
        <p:txBody>
          <a:bodyPr/>
          <a:lstStyle/>
          <a:p>
            <a:r>
              <a:rPr lang="en-US" dirty="0"/>
              <a:t>Ease and Safety of Walking in Wind</a:t>
            </a:r>
          </a:p>
        </p:txBody>
      </p:sp>
      <p:sp>
        <p:nvSpPr>
          <p:cNvPr id="3" name="Text Placeholder 2">
            <a:extLst>
              <a:ext uri="{FF2B5EF4-FFF2-40B4-BE49-F238E27FC236}">
                <a16:creationId xmlns:a16="http://schemas.microsoft.com/office/drawing/2014/main" id="{549C00D4-7609-3F0B-9839-206193D817FF}"/>
              </a:ext>
            </a:extLst>
          </p:cNvPr>
          <p:cNvSpPr>
            <a:spLocks noGrp="1"/>
          </p:cNvSpPr>
          <p:nvPr>
            <p:ph type="body" sz="quarter" idx="10"/>
          </p:nvPr>
        </p:nvSpPr>
        <p:spPr>
          <a:xfrm>
            <a:off x="457200" y="1543324"/>
            <a:ext cx="6930572" cy="4454706"/>
          </a:xfrm>
        </p:spPr>
        <p:txBody>
          <a:bodyPr/>
          <a:lstStyle/>
          <a:p>
            <a:r>
              <a:rPr lang="en-US" dirty="0"/>
              <a:t>It is a common expectation to travel outside for work, school, or chores in moderate wind speeds. While wind speeds not exceeding 40 mph (30 mph if handling material) are not defined as safety risks by the Occupational Safety and Health Administration (</a:t>
            </a:r>
            <a:r>
              <a:rPr lang="da-DK" dirty="0"/>
              <a:t>29 C.F.R. § 1926.968</a:t>
            </a:r>
            <a:r>
              <a:rPr lang="en-US" dirty="0"/>
              <a:t>), the wind can still make walking outside difficult and potentially unsafe. </a:t>
            </a:r>
          </a:p>
          <a:p>
            <a:r>
              <a:rPr lang="en-US" dirty="0"/>
              <a:t>The team would like to investigate the optimal angle of hip bend for making walking against a headwind easier by decreasing drag and safer by decreasing lift. </a:t>
            </a:r>
          </a:p>
        </p:txBody>
      </p:sp>
      <p:sp>
        <p:nvSpPr>
          <p:cNvPr id="4" name="Title 3">
            <a:extLst>
              <a:ext uri="{FF2B5EF4-FFF2-40B4-BE49-F238E27FC236}">
                <a16:creationId xmlns:a16="http://schemas.microsoft.com/office/drawing/2014/main" id="{81045EFC-1A45-C685-867B-071374C5C275}"/>
              </a:ext>
            </a:extLst>
          </p:cNvPr>
          <p:cNvSpPr>
            <a:spLocks noGrp="1"/>
          </p:cNvSpPr>
          <p:nvPr>
            <p:ph type="title"/>
          </p:nvPr>
        </p:nvSpPr>
        <p:spPr/>
        <p:txBody>
          <a:bodyPr>
            <a:normAutofit fontScale="90000"/>
          </a:bodyPr>
          <a:lstStyle/>
          <a:p>
            <a:r>
              <a:rPr lang="en-US" dirty="0"/>
              <a:t>Background &amp; Motivation </a:t>
            </a:r>
          </a:p>
        </p:txBody>
      </p:sp>
      <p:sp>
        <p:nvSpPr>
          <p:cNvPr id="5" name="Slide Number Placeholder 4">
            <a:extLst>
              <a:ext uri="{FF2B5EF4-FFF2-40B4-BE49-F238E27FC236}">
                <a16:creationId xmlns:a16="http://schemas.microsoft.com/office/drawing/2014/main" id="{24A46BFA-734F-64C7-10A2-5F1840E08B73}"/>
              </a:ext>
            </a:extLst>
          </p:cNvPr>
          <p:cNvSpPr>
            <a:spLocks noGrp="1"/>
          </p:cNvSpPr>
          <p:nvPr>
            <p:ph type="sldNum" sz="quarter" idx="12"/>
          </p:nvPr>
        </p:nvSpPr>
        <p:spPr/>
        <p:txBody>
          <a:bodyPr/>
          <a:lstStyle/>
          <a:p>
            <a:fld id="{3086EA1D-707D-B54C-8FFB-433BD1A27D0B}" type="slidenum">
              <a:rPr lang="en-US" smtClean="0"/>
              <a:pPr/>
              <a:t>2</a:t>
            </a:fld>
            <a:endParaRPr lang="en-US"/>
          </a:p>
        </p:txBody>
      </p:sp>
      <p:pic>
        <p:nvPicPr>
          <p:cNvPr id="7" name="Picture 6">
            <a:extLst>
              <a:ext uri="{FF2B5EF4-FFF2-40B4-BE49-F238E27FC236}">
                <a16:creationId xmlns:a16="http://schemas.microsoft.com/office/drawing/2014/main" id="{1BC340C9-1A2F-F108-5227-218C1BE7E023}"/>
              </a:ext>
            </a:extLst>
          </p:cNvPr>
          <p:cNvPicPr>
            <a:picLocks noChangeAspect="1"/>
          </p:cNvPicPr>
          <p:nvPr/>
        </p:nvPicPr>
        <p:blipFill>
          <a:blip r:embed="rId3"/>
          <a:stretch>
            <a:fillRect/>
          </a:stretch>
        </p:blipFill>
        <p:spPr>
          <a:xfrm>
            <a:off x="7387773" y="1543323"/>
            <a:ext cx="4347028" cy="4247587"/>
          </a:xfrm>
          <a:prstGeom prst="rect">
            <a:avLst/>
          </a:prstGeom>
        </p:spPr>
      </p:pic>
    </p:spTree>
    <p:extLst>
      <p:ext uri="{BB962C8B-B14F-4D97-AF65-F5344CB8AC3E}">
        <p14:creationId xmlns:p14="http://schemas.microsoft.com/office/powerpoint/2010/main" val="115613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C02AE-C566-6551-67BB-C979526D394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951867-FF5D-B337-82E1-B129601C0327}"/>
              </a:ext>
            </a:extLst>
          </p:cNvPr>
          <p:cNvSpPr>
            <a:spLocks noGrp="1"/>
          </p:cNvSpPr>
          <p:nvPr>
            <p:ph type="body" sz="quarter" idx="11"/>
          </p:nvPr>
        </p:nvSpPr>
        <p:spPr/>
        <p:txBody>
          <a:bodyPr/>
          <a:lstStyle/>
          <a:p>
            <a:r>
              <a:rPr lang="en-US" dirty="0"/>
              <a:t>Lift and Drag on Bending Hips in Wind</a:t>
            </a:r>
          </a:p>
        </p:txBody>
      </p:sp>
      <p:sp>
        <p:nvSpPr>
          <p:cNvPr id="3" name="Text Placeholder 2">
            <a:extLst>
              <a:ext uri="{FF2B5EF4-FFF2-40B4-BE49-F238E27FC236}">
                <a16:creationId xmlns:a16="http://schemas.microsoft.com/office/drawing/2014/main" id="{44491842-0629-05E8-DB59-1E5AFC368A0B}"/>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Determine the lift and drag coefficients on a human body at three angles of hip bend using incomplete similarity with a small-scale wind tunnel test</a:t>
            </a:r>
          </a:p>
          <a:p>
            <a:pPr marL="742950" lvl="1" indent="-285750">
              <a:buFont typeface="Arial" panose="020B0604020202020204" pitchFamily="34" charset="0"/>
              <a:buChar char="•"/>
            </a:pPr>
            <a:r>
              <a:rPr lang="en-US" dirty="0"/>
              <a:t>Approximating a person as a bluff body due to its inherently non-streamlined nature (Leishman, 2023), the drag and lift coefficients become independent from the free stream velocity at sufficiently high Reynolds numbers. These constant coefficients can then be applied with real-life velocities to calculate drag and lift force on a human being.</a:t>
            </a:r>
          </a:p>
          <a:p>
            <a:pPr marL="285750" indent="-285750">
              <a:buFont typeface="Arial" panose="020B0604020202020204" pitchFamily="34" charset="0"/>
              <a:buChar char="•"/>
            </a:pPr>
            <a:r>
              <a:rPr lang="en-US" dirty="0"/>
              <a:t>Draw a conclusion about the ease and safety of walking in different wind speeds at different angles of hip bend</a:t>
            </a:r>
          </a:p>
        </p:txBody>
      </p:sp>
      <p:sp>
        <p:nvSpPr>
          <p:cNvPr id="4" name="Title 3">
            <a:extLst>
              <a:ext uri="{FF2B5EF4-FFF2-40B4-BE49-F238E27FC236}">
                <a16:creationId xmlns:a16="http://schemas.microsoft.com/office/drawing/2014/main" id="{516670CD-3604-6C8D-CF9C-EEAB24D319EB}"/>
              </a:ext>
            </a:extLst>
          </p:cNvPr>
          <p:cNvSpPr>
            <a:spLocks noGrp="1"/>
          </p:cNvSpPr>
          <p:nvPr>
            <p:ph type="title"/>
          </p:nvPr>
        </p:nvSpPr>
        <p:spPr/>
        <p:txBody>
          <a:bodyPr>
            <a:normAutofit fontScale="90000"/>
          </a:bodyPr>
          <a:lstStyle/>
          <a:p>
            <a:r>
              <a:rPr lang="en-US" dirty="0"/>
              <a:t>Objectives </a:t>
            </a:r>
          </a:p>
        </p:txBody>
      </p:sp>
      <p:sp>
        <p:nvSpPr>
          <p:cNvPr id="5" name="Slide Number Placeholder 4">
            <a:extLst>
              <a:ext uri="{FF2B5EF4-FFF2-40B4-BE49-F238E27FC236}">
                <a16:creationId xmlns:a16="http://schemas.microsoft.com/office/drawing/2014/main" id="{7EDB162C-FDFE-FFDB-E72D-02726D773F76}"/>
              </a:ext>
            </a:extLst>
          </p:cNvPr>
          <p:cNvSpPr>
            <a:spLocks noGrp="1"/>
          </p:cNvSpPr>
          <p:nvPr>
            <p:ph type="sldNum" sz="quarter" idx="12"/>
          </p:nvPr>
        </p:nvSpPr>
        <p:spPr/>
        <p:txBody>
          <a:bodyPr/>
          <a:lstStyle/>
          <a:p>
            <a:fld id="{3086EA1D-707D-B54C-8FFB-433BD1A27D0B}" type="slidenum">
              <a:rPr lang="en-US" smtClean="0"/>
              <a:pPr/>
              <a:t>3</a:t>
            </a:fld>
            <a:endParaRPr lang="en-US"/>
          </a:p>
        </p:txBody>
      </p:sp>
    </p:spTree>
    <p:extLst>
      <p:ext uri="{BB962C8B-B14F-4D97-AF65-F5344CB8AC3E}">
        <p14:creationId xmlns:p14="http://schemas.microsoft.com/office/powerpoint/2010/main" val="2333183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247C3-9260-3889-315A-4947DE3606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FAC68A-61F3-7248-B4B1-244161A5B6A0}"/>
              </a:ext>
            </a:extLst>
          </p:cNvPr>
          <p:cNvSpPr>
            <a:spLocks noGrp="1"/>
          </p:cNvSpPr>
          <p:nvPr>
            <p:ph type="body" sz="quarter" idx="11"/>
          </p:nvPr>
        </p:nvSpPr>
        <p:spPr/>
        <p:txBody>
          <a:bodyPr/>
          <a:lstStyle/>
          <a:p>
            <a:r>
              <a:rPr lang="en-US" dirty="0"/>
              <a:t>Purdue A.A. Potter Engineering Center Wind Tunnel</a:t>
            </a:r>
          </a:p>
        </p:txBody>
      </p:sp>
      <p:sp>
        <p:nvSpPr>
          <p:cNvPr id="3" name="Text Placeholder 2">
            <a:extLst>
              <a:ext uri="{FF2B5EF4-FFF2-40B4-BE49-F238E27FC236}">
                <a16:creationId xmlns:a16="http://schemas.microsoft.com/office/drawing/2014/main" id="{10F2EB9E-1657-529A-92EB-67D2A2FAC60A}"/>
              </a:ext>
            </a:extLst>
          </p:cNvPr>
          <p:cNvSpPr>
            <a:spLocks noGrp="1"/>
          </p:cNvSpPr>
          <p:nvPr>
            <p:ph type="body" sz="quarter" idx="10"/>
          </p:nvPr>
        </p:nvSpPr>
        <p:spPr>
          <a:xfrm>
            <a:off x="457199" y="1543324"/>
            <a:ext cx="5337991" cy="4454706"/>
          </a:xfrm>
        </p:spPr>
        <p:txBody>
          <a:bodyPr/>
          <a:lstStyle/>
          <a:p>
            <a:pPr marL="285750" indent="-285750">
              <a:buFont typeface="Arial" panose="020B0604020202020204" pitchFamily="34" charset="0"/>
              <a:buChar char="•"/>
            </a:pPr>
            <a:r>
              <a:rPr lang="en-US" dirty="0"/>
              <a:t>Test Section Size: 30.5 × 30.5 × 61 cm</a:t>
            </a:r>
          </a:p>
          <a:p>
            <a:pPr marL="285750" indent="-285750">
              <a:buFont typeface="Arial" panose="020B0604020202020204" pitchFamily="34" charset="0"/>
              <a:buChar char="•"/>
            </a:pPr>
            <a:r>
              <a:rPr lang="en-US" dirty="0"/>
              <a:t>Operating Range: 3.0–48.7 m/s</a:t>
            </a:r>
          </a:p>
          <a:p>
            <a:pPr marL="742950" lvl="1" indent="-285750">
              <a:buFont typeface="Arial" panose="020B0604020202020204" pitchFamily="34" charset="0"/>
              <a:buChar char="•"/>
            </a:pPr>
            <a:r>
              <a:rPr lang="en-US" dirty="0"/>
              <a:t>Driven by 10 HP motor via a 12.40-inch wheel</a:t>
            </a:r>
          </a:p>
          <a:p>
            <a:pPr marL="742950" lvl="1" indent="-285750">
              <a:buFont typeface="Arial" panose="020B0604020202020204" pitchFamily="34" charset="0"/>
              <a:buChar char="•"/>
            </a:pPr>
            <a:r>
              <a:rPr lang="en-US" dirty="0"/>
              <a:t>Controlled by variable frequency drive (VFD)</a:t>
            </a:r>
          </a:p>
        </p:txBody>
      </p:sp>
      <p:sp>
        <p:nvSpPr>
          <p:cNvPr id="4" name="Title 3">
            <a:extLst>
              <a:ext uri="{FF2B5EF4-FFF2-40B4-BE49-F238E27FC236}">
                <a16:creationId xmlns:a16="http://schemas.microsoft.com/office/drawing/2014/main" id="{10B4F57F-4787-2CD8-5F6E-707EB547CFD4}"/>
              </a:ext>
            </a:extLst>
          </p:cNvPr>
          <p:cNvSpPr>
            <a:spLocks noGrp="1"/>
          </p:cNvSpPr>
          <p:nvPr>
            <p:ph type="title"/>
          </p:nvPr>
        </p:nvSpPr>
        <p:spPr/>
        <p:txBody>
          <a:bodyPr>
            <a:normAutofit fontScale="90000"/>
          </a:bodyPr>
          <a:lstStyle/>
          <a:p>
            <a:r>
              <a:rPr lang="en-US" dirty="0"/>
              <a:t>Experiment Facility </a:t>
            </a:r>
          </a:p>
        </p:txBody>
      </p:sp>
      <p:sp>
        <p:nvSpPr>
          <p:cNvPr id="5" name="Slide Number Placeholder 4">
            <a:extLst>
              <a:ext uri="{FF2B5EF4-FFF2-40B4-BE49-F238E27FC236}">
                <a16:creationId xmlns:a16="http://schemas.microsoft.com/office/drawing/2014/main" id="{7BE74955-82AC-1F2A-8AB5-6AD5A5B5ED00}"/>
              </a:ext>
            </a:extLst>
          </p:cNvPr>
          <p:cNvSpPr>
            <a:spLocks noGrp="1"/>
          </p:cNvSpPr>
          <p:nvPr>
            <p:ph type="sldNum" sz="quarter" idx="12"/>
          </p:nvPr>
        </p:nvSpPr>
        <p:spPr/>
        <p:txBody>
          <a:bodyPr/>
          <a:lstStyle/>
          <a:p>
            <a:fld id="{3086EA1D-707D-B54C-8FFB-433BD1A27D0B}" type="slidenum">
              <a:rPr lang="en-US" smtClean="0"/>
              <a:pPr/>
              <a:t>4</a:t>
            </a:fld>
            <a:endParaRPr lang="en-US"/>
          </a:p>
        </p:txBody>
      </p:sp>
      <p:grpSp>
        <p:nvGrpSpPr>
          <p:cNvPr id="9" name="Group 8">
            <a:extLst>
              <a:ext uri="{FF2B5EF4-FFF2-40B4-BE49-F238E27FC236}">
                <a16:creationId xmlns:a16="http://schemas.microsoft.com/office/drawing/2014/main" id="{225A76FA-7085-D19C-AF8A-2705E0AE5EE4}"/>
              </a:ext>
            </a:extLst>
          </p:cNvPr>
          <p:cNvGrpSpPr/>
          <p:nvPr/>
        </p:nvGrpSpPr>
        <p:grpSpPr>
          <a:xfrm>
            <a:off x="7223276" y="1320051"/>
            <a:ext cx="4511524" cy="3752975"/>
            <a:chOff x="7223276" y="1577889"/>
            <a:chExt cx="4511524" cy="3752975"/>
          </a:xfrm>
        </p:grpSpPr>
        <p:pic>
          <p:nvPicPr>
            <p:cNvPr id="7" name="Picture 6">
              <a:extLst>
                <a:ext uri="{FF2B5EF4-FFF2-40B4-BE49-F238E27FC236}">
                  <a16:creationId xmlns:a16="http://schemas.microsoft.com/office/drawing/2014/main" id="{229FE49F-0DD4-966B-55FC-3F836B61CE44}"/>
                </a:ext>
              </a:extLst>
            </p:cNvPr>
            <p:cNvPicPr>
              <a:picLocks noChangeAspect="1"/>
            </p:cNvPicPr>
            <p:nvPr/>
          </p:nvPicPr>
          <p:blipFill>
            <a:blip r:embed="rId3"/>
            <a:stretch>
              <a:fillRect/>
            </a:stretch>
          </p:blipFill>
          <p:spPr>
            <a:xfrm>
              <a:off x="7223276" y="1577889"/>
              <a:ext cx="4511524" cy="3383643"/>
            </a:xfrm>
            <a:prstGeom prst="rect">
              <a:avLst/>
            </a:prstGeom>
          </p:spPr>
        </p:pic>
        <p:sp>
          <p:nvSpPr>
            <p:cNvPr id="8" name="TextBox 7">
              <a:extLst>
                <a:ext uri="{FF2B5EF4-FFF2-40B4-BE49-F238E27FC236}">
                  <a16:creationId xmlns:a16="http://schemas.microsoft.com/office/drawing/2014/main" id="{7404D048-2009-0957-9A34-4DDCC7A8D404}"/>
                </a:ext>
              </a:extLst>
            </p:cNvPr>
            <p:cNvSpPr txBox="1"/>
            <p:nvPr/>
          </p:nvSpPr>
          <p:spPr>
            <a:xfrm>
              <a:off x="7223276" y="4961532"/>
              <a:ext cx="4511524" cy="369332"/>
            </a:xfrm>
            <a:prstGeom prst="rect">
              <a:avLst/>
            </a:prstGeom>
            <a:noFill/>
            <a:ln>
              <a:noFill/>
            </a:ln>
          </p:spPr>
          <p:txBody>
            <a:bodyPr wrap="square" rtlCol="0">
              <a:spAutoFit/>
            </a:bodyPr>
            <a:lstStyle/>
            <a:p>
              <a:pPr algn="ctr"/>
              <a:r>
                <a:rPr lang="en-US" dirty="0"/>
                <a:t>Wind tunnel layout.</a:t>
              </a:r>
            </a:p>
          </p:txBody>
        </p:sp>
        <p:sp>
          <p:nvSpPr>
            <p:cNvPr id="14" name="Rectangle 13">
              <a:extLst>
                <a:ext uri="{FF2B5EF4-FFF2-40B4-BE49-F238E27FC236}">
                  <a16:creationId xmlns:a16="http://schemas.microsoft.com/office/drawing/2014/main" id="{3C4F6777-ADBC-208E-2C7E-C8D416194FF5}"/>
                </a:ext>
              </a:extLst>
            </p:cNvPr>
            <p:cNvSpPr/>
            <p:nvPr/>
          </p:nvSpPr>
          <p:spPr>
            <a:xfrm>
              <a:off x="7223276" y="1577889"/>
              <a:ext cx="4511524" cy="3752975"/>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4668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25E5A-0CA1-B3F4-0538-7022BCA5786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7BEDD83-216E-5379-A7A7-932B51CA675D}"/>
              </a:ext>
            </a:extLst>
          </p:cNvPr>
          <p:cNvSpPr>
            <a:spLocks noGrp="1"/>
          </p:cNvSpPr>
          <p:nvPr>
            <p:ph type="body" sz="quarter" idx="11"/>
          </p:nvPr>
        </p:nvSpPr>
        <p:spPr>
          <a:xfrm>
            <a:off x="457200" y="974036"/>
            <a:ext cx="11277600" cy="365760"/>
          </a:xfrm>
        </p:spPr>
        <p:txBody>
          <a:bodyPr/>
          <a:lstStyle/>
          <a:p>
            <a:r>
              <a:rPr lang="en-US" dirty="0"/>
              <a:t>Human Model (Scale 1:10)</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989F2F9-F91E-718C-1F84-7E9227748BFE}"/>
                  </a:ext>
                </a:extLst>
              </p:cNvPr>
              <p:cNvSpPr>
                <a:spLocks noGrp="1"/>
              </p:cNvSpPr>
              <p:nvPr>
                <p:ph type="body" sz="quarter" idx="10"/>
              </p:nvPr>
            </p:nvSpPr>
            <p:spPr>
              <a:xfrm>
                <a:off x="457199" y="1543324"/>
                <a:ext cx="7096275" cy="4454706"/>
              </a:xfrm>
            </p:spPr>
            <p:txBody>
              <a:bodyPr/>
              <a:lstStyle/>
              <a:p>
                <a:pPr marL="285750" indent="-285750">
                  <a:buFont typeface="Arial" panose="020B0604020202020204" pitchFamily="34" charset="0"/>
                  <a:buChar char="•"/>
                </a:pPr>
                <a:r>
                  <a:rPr lang="en-US" dirty="0"/>
                  <a:t>Full Scale Dimensions (Gordon, 2006):</a:t>
                </a:r>
              </a:p>
              <a:p>
                <a:pPr marL="742950" lvl="1" indent="-285750">
                  <a:buFont typeface="Arial" panose="020B0604020202020204" pitchFamily="34" charset="0"/>
                  <a:buChar char="•"/>
                </a:pPr>
                <a:r>
                  <a:rPr lang="en-US" dirty="0"/>
                  <a:t>Torso Length (≈Sitting Height): 88.295 cm</a:t>
                </a:r>
              </a:p>
              <a:p>
                <a:pPr marL="742950" lvl="1" indent="-285750">
                  <a:buFont typeface="Arial" panose="020B0604020202020204" pitchFamily="34" charset="0"/>
                  <a:buChar char="•"/>
                </a:pPr>
                <a:r>
                  <a:rPr lang="en-US" dirty="0"/>
                  <a:t>Hip Height (≈Buttock Height): 86.285 cm</a:t>
                </a:r>
              </a:p>
              <a:p>
                <a:pPr marL="285750" indent="-285750">
                  <a:buFont typeface="Arial" panose="020B0604020202020204" pitchFamily="34" charset="0"/>
                  <a:buChar char="•"/>
                </a:pPr>
                <a:r>
                  <a:rPr lang="en-US" dirty="0"/>
                  <a:t>Experimental Model (Scale 1:10, 3D-Printed in PLA):</a:t>
                </a:r>
              </a:p>
              <a:p>
                <a:pPr marL="742950" lvl="1" indent="-285750">
                  <a:buFont typeface="Arial" panose="020B0604020202020204" pitchFamily="34" charset="0"/>
                  <a:buChar char="•"/>
                </a:pPr>
                <a:r>
                  <a:rPr lang="en-US" dirty="0"/>
                  <a:t>Lower body to torso angles (</a:t>
                </a:r>
                <a:r>
                  <a:rPr lang="el-GR" dirty="0"/>
                  <a:t>θ</a:t>
                </a:r>
                <a:r>
                  <a:rPr lang="en-US" dirty="0"/>
                  <a:t>) of 180°, 165°, 150°</a:t>
                </a:r>
              </a:p>
              <a:p>
                <a:pPr marL="742950" lvl="1" indent="-285750">
                  <a:buFont typeface="Arial" panose="020B0604020202020204" pitchFamily="34" charset="0"/>
                  <a:buChar char="•"/>
                </a:pPr>
                <a:r>
                  <a:rPr lang="en-US" dirty="0"/>
                  <a:t>Torso Length: 8.83 cm</a:t>
                </a:r>
              </a:p>
              <a:p>
                <a:pPr marL="742950" lvl="1" indent="-285750">
                  <a:buFont typeface="Arial" panose="020B0604020202020204" pitchFamily="34" charset="0"/>
                  <a:buChar char="•"/>
                </a:pPr>
                <a:r>
                  <a:rPr lang="en-US" dirty="0"/>
                  <a:t>Hip Height: 8.63 cm</a:t>
                </a:r>
              </a:p>
              <a:p>
                <a:pPr marL="742950" lvl="1" indent="-285750">
                  <a:buFont typeface="Arial" panose="020B0604020202020204" pitchFamily="34" charset="0"/>
                  <a:buChar char="•"/>
                </a:pPr>
                <a:r>
                  <a:rPr lang="en-US" dirty="0"/>
                  <a:t>Total Height: 17.46 cm</a:t>
                </a:r>
              </a:p>
              <a:p>
                <a:pPr marL="742950" lvl="1" indent="-285750">
                  <a:buFont typeface="Arial" panose="020B0604020202020204" pitchFamily="34" charset="0"/>
                  <a:buChar char="•"/>
                </a:pPr>
                <a:r>
                  <a:rPr lang="en-US" dirty="0"/>
                  <a:t>Minimum Head Clearance: 9.67 cm </a:t>
                </a:r>
                <a14:m>
                  <m:oMath xmlns:m="http://schemas.openxmlformats.org/officeDocument/2006/math">
                    <m:r>
                      <a:rPr lang="en-US" b="0" i="1" smtClean="0">
                        <a:latin typeface="Cambria Math" panose="02040503050406030204" pitchFamily="18" charset="0"/>
                      </a:rPr>
                      <m:t>⇒</m:t>
                    </m:r>
                  </m:oMath>
                </a14:m>
                <a:r>
                  <a:rPr lang="en-US" dirty="0"/>
                  <a:t> Avoids Ceiling Effects</a:t>
                </a:r>
              </a:p>
              <a:p>
                <a:pPr marL="1200150" lvl="2" indent="-285750">
                  <a:buFont typeface="Arial" panose="020B0604020202020204" pitchFamily="34" charset="0"/>
                  <a:buChar char="•"/>
                </a:pPr>
                <a:r>
                  <a:rPr lang="en-US" dirty="0"/>
                  <a:t>Wind tunnel height: 30.5 cm</a:t>
                </a:r>
              </a:p>
              <a:p>
                <a:pPr marL="1200150" lvl="2" indent="-285750">
                  <a:buFont typeface="Arial" panose="020B0604020202020204" pitchFamily="34" charset="0"/>
                  <a:buChar char="•"/>
                </a:pPr>
                <a:r>
                  <a:rPr lang="en-US" dirty="0"/>
                  <a:t>Dynamometer mount height: ~15 cm</a:t>
                </a:r>
              </a:p>
              <a:p>
                <a:pPr marL="1200150" lvl="2" indent="-285750">
                  <a:buFont typeface="Arial" panose="020B0604020202020204" pitchFamily="34" charset="0"/>
                  <a:buChar char="•"/>
                </a:pPr>
                <a:r>
                  <a:rPr lang="en-US" dirty="0"/>
                  <a:t>Feet very close to ~3.37cm high table for ground effects</a:t>
                </a:r>
              </a:p>
              <a:p>
                <a:pPr marL="1657350" lvl="3" indent="-285750">
                  <a:buFont typeface="Arial" panose="020B0604020202020204" pitchFamily="34" charset="0"/>
                  <a:buChar char="•"/>
                </a:pPr>
                <a:r>
                  <a:rPr lang="en-US" dirty="0"/>
                  <a:t>As close as possible without touching</a:t>
                </a:r>
              </a:p>
              <a:p>
                <a:pPr marL="1200150" lvl="2" indent="-285750">
                  <a:buFont typeface="Arial" panose="020B0604020202020204" pitchFamily="34" charset="0"/>
                  <a:buChar char="•"/>
                </a:pPr>
                <a:r>
                  <a:rPr lang="en-US" dirty="0"/>
                  <a:t>Mounting holes must be 3 cm above the hip</a:t>
                </a:r>
              </a:p>
            </p:txBody>
          </p:sp>
        </mc:Choice>
        <mc:Fallback>
          <p:sp>
            <p:nvSpPr>
              <p:cNvPr id="3" name="Text Placeholder 2">
                <a:extLst>
                  <a:ext uri="{FF2B5EF4-FFF2-40B4-BE49-F238E27FC236}">
                    <a16:creationId xmlns:a16="http://schemas.microsoft.com/office/drawing/2014/main" id="{5989F2F9-F91E-718C-1F84-7E9227748BFE}"/>
                  </a:ext>
                </a:extLst>
              </p:cNvPr>
              <p:cNvSpPr>
                <a:spLocks noGrp="1" noRot="1" noChangeAspect="1" noMove="1" noResize="1" noEditPoints="1" noAdjustHandles="1" noChangeArrowheads="1" noChangeShapeType="1" noTextEdit="1"/>
              </p:cNvSpPr>
              <p:nvPr>
                <p:ph type="body" sz="quarter" idx="10"/>
              </p:nvPr>
            </p:nvSpPr>
            <p:spPr>
              <a:xfrm>
                <a:off x="457199" y="1543324"/>
                <a:ext cx="7096275" cy="4454706"/>
              </a:xfrm>
              <a:blipFill>
                <a:blip r:embed="rId3"/>
                <a:stretch>
                  <a:fillRect l="-515" t="-958" b="-1778"/>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4C13EC04-6A71-6620-A695-2C840EAAA841}"/>
              </a:ext>
            </a:extLst>
          </p:cNvPr>
          <p:cNvSpPr>
            <a:spLocks noGrp="1"/>
          </p:cNvSpPr>
          <p:nvPr>
            <p:ph type="title"/>
          </p:nvPr>
        </p:nvSpPr>
        <p:spPr/>
        <p:txBody>
          <a:bodyPr>
            <a:normAutofit fontScale="90000"/>
          </a:bodyPr>
          <a:lstStyle/>
          <a:p>
            <a:r>
              <a:rPr lang="en-US" dirty="0"/>
              <a:t>Test Model </a:t>
            </a:r>
          </a:p>
        </p:txBody>
      </p:sp>
      <p:sp>
        <p:nvSpPr>
          <p:cNvPr id="5" name="Slide Number Placeholder 4">
            <a:extLst>
              <a:ext uri="{FF2B5EF4-FFF2-40B4-BE49-F238E27FC236}">
                <a16:creationId xmlns:a16="http://schemas.microsoft.com/office/drawing/2014/main" id="{2770ADD9-66BC-3031-A41E-40B605C72670}"/>
              </a:ext>
            </a:extLst>
          </p:cNvPr>
          <p:cNvSpPr>
            <a:spLocks noGrp="1"/>
          </p:cNvSpPr>
          <p:nvPr>
            <p:ph type="sldNum" sz="quarter" idx="12"/>
          </p:nvPr>
        </p:nvSpPr>
        <p:spPr/>
        <p:txBody>
          <a:bodyPr/>
          <a:lstStyle/>
          <a:p>
            <a:fld id="{3086EA1D-707D-B54C-8FFB-433BD1A27D0B}" type="slidenum">
              <a:rPr lang="en-US" smtClean="0"/>
              <a:pPr/>
              <a:t>5</a:t>
            </a:fld>
            <a:endParaRPr lang="en-US"/>
          </a:p>
        </p:txBody>
      </p:sp>
      <p:grpSp>
        <p:nvGrpSpPr>
          <p:cNvPr id="13" name="Group 12">
            <a:extLst>
              <a:ext uri="{FF2B5EF4-FFF2-40B4-BE49-F238E27FC236}">
                <a16:creationId xmlns:a16="http://schemas.microsoft.com/office/drawing/2014/main" id="{9575EEB5-1DAE-9447-6705-0A72A739A943}"/>
              </a:ext>
            </a:extLst>
          </p:cNvPr>
          <p:cNvGrpSpPr/>
          <p:nvPr/>
        </p:nvGrpSpPr>
        <p:grpSpPr>
          <a:xfrm>
            <a:off x="7639352" y="954291"/>
            <a:ext cx="4170438" cy="4723726"/>
            <a:chOff x="7639352" y="954291"/>
            <a:chExt cx="4170438" cy="4723726"/>
          </a:xfrm>
        </p:grpSpPr>
        <p:sp>
          <p:nvSpPr>
            <p:cNvPr id="12" name="Rectangle 11">
              <a:extLst>
                <a:ext uri="{FF2B5EF4-FFF2-40B4-BE49-F238E27FC236}">
                  <a16:creationId xmlns:a16="http://schemas.microsoft.com/office/drawing/2014/main" id="{B49806FB-51AB-6D3A-8BB9-9F4C37B99572}"/>
                </a:ext>
              </a:extLst>
            </p:cNvPr>
            <p:cNvSpPr/>
            <p:nvPr/>
          </p:nvSpPr>
          <p:spPr>
            <a:xfrm>
              <a:off x="7639352" y="954291"/>
              <a:ext cx="4170438" cy="4689811"/>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AEAF0D1-0948-76E3-F4A5-7774EFB728FB}"/>
                </a:ext>
              </a:extLst>
            </p:cNvPr>
            <p:cNvGrpSpPr/>
            <p:nvPr/>
          </p:nvGrpSpPr>
          <p:grpSpPr>
            <a:xfrm>
              <a:off x="7639352" y="974036"/>
              <a:ext cx="4170438" cy="4703981"/>
              <a:chOff x="7639352" y="974036"/>
              <a:chExt cx="4170438" cy="4703981"/>
            </a:xfrm>
          </p:grpSpPr>
          <p:pic>
            <p:nvPicPr>
              <p:cNvPr id="7" name="Picture 6">
                <a:extLst>
                  <a:ext uri="{FF2B5EF4-FFF2-40B4-BE49-F238E27FC236}">
                    <a16:creationId xmlns:a16="http://schemas.microsoft.com/office/drawing/2014/main" id="{67ADB7F9-8DF3-CA63-ECBA-A0B25DD5996B}"/>
                  </a:ext>
                </a:extLst>
              </p:cNvPr>
              <p:cNvPicPr>
                <a:picLocks noChangeAspect="1"/>
              </p:cNvPicPr>
              <p:nvPr/>
            </p:nvPicPr>
            <p:blipFill>
              <a:blip r:embed="rId4"/>
              <a:stretch>
                <a:fillRect/>
              </a:stretch>
            </p:blipFill>
            <p:spPr>
              <a:xfrm>
                <a:off x="9971312" y="974036"/>
                <a:ext cx="1752600" cy="4057650"/>
              </a:xfrm>
              <a:prstGeom prst="rect">
                <a:avLst/>
              </a:prstGeom>
              <a:ln>
                <a:noFill/>
              </a:ln>
            </p:spPr>
          </p:pic>
          <p:pic>
            <p:nvPicPr>
              <p:cNvPr id="9" name="Picture 8">
                <a:extLst>
                  <a:ext uri="{FF2B5EF4-FFF2-40B4-BE49-F238E27FC236}">
                    <a16:creationId xmlns:a16="http://schemas.microsoft.com/office/drawing/2014/main" id="{404DA524-4877-E9AB-34AE-AFB5B87182FC}"/>
                  </a:ext>
                </a:extLst>
              </p:cNvPr>
              <p:cNvPicPr>
                <a:picLocks noChangeAspect="1"/>
              </p:cNvPicPr>
              <p:nvPr/>
            </p:nvPicPr>
            <p:blipFill>
              <a:blip r:embed="rId5"/>
              <a:stretch>
                <a:fillRect/>
              </a:stretch>
            </p:blipFill>
            <p:spPr>
              <a:xfrm>
                <a:off x="7685312" y="2299916"/>
                <a:ext cx="2286000" cy="2731770"/>
              </a:xfrm>
              <a:prstGeom prst="rect">
                <a:avLst/>
              </a:prstGeom>
              <a:ln>
                <a:noFill/>
              </a:ln>
            </p:spPr>
          </p:pic>
          <p:sp>
            <p:nvSpPr>
              <p:cNvPr id="10" name="TextBox 9">
                <a:extLst>
                  <a:ext uri="{FF2B5EF4-FFF2-40B4-BE49-F238E27FC236}">
                    <a16:creationId xmlns:a16="http://schemas.microsoft.com/office/drawing/2014/main" id="{538556F2-93E5-8B05-46EE-94D5B3A7C28D}"/>
                  </a:ext>
                </a:extLst>
              </p:cNvPr>
              <p:cNvSpPr txBox="1"/>
              <p:nvPr/>
            </p:nvSpPr>
            <p:spPr>
              <a:xfrm>
                <a:off x="7639352" y="5031686"/>
                <a:ext cx="4170438" cy="646331"/>
              </a:xfrm>
              <a:prstGeom prst="rect">
                <a:avLst/>
              </a:prstGeom>
              <a:noFill/>
              <a:ln>
                <a:noFill/>
              </a:ln>
            </p:spPr>
            <p:txBody>
              <a:bodyPr wrap="square" rtlCol="0">
                <a:spAutoFit/>
              </a:bodyPr>
              <a:lstStyle/>
              <a:p>
                <a:pPr algn="ctr"/>
                <a:r>
                  <a:rPr lang="en-US" dirty="0"/>
                  <a:t>Sitting height (left) and buttock height (right) measurements (Gordon, 2006).</a:t>
                </a:r>
              </a:p>
            </p:txBody>
          </p:sp>
        </p:grpSp>
      </p:grpSp>
      <p:sp>
        <p:nvSpPr>
          <p:cNvPr id="6" name="Arc 5">
            <a:extLst>
              <a:ext uri="{FF2B5EF4-FFF2-40B4-BE49-F238E27FC236}">
                <a16:creationId xmlns:a16="http://schemas.microsoft.com/office/drawing/2014/main" id="{52834F56-C53C-C472-8010-FFEE9C174F54}"/>
              </a:ext>
            </a:extLst>
          </p:cNvPr>
          <p:cNvSpPr/>
          <p:nvPr/>
        </p:nvSpPr>
        <p:spPr>
          <a:xfrm>
            <a:off x="10270331" y="2556045"/>
            <a:ext cx="914400" cy="914400"/>
          </a:xfrm>
          <a:prstGeom prst="arc">
            <a:avLst>
              <a:gd name="adj1" fmla="val 16200000"/>
              <a:gd name="adj2" fmla="val 5657348"/>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A2159A1E-38F9-1D45-6D07-A422834D6E65}"/>
              </a:ext>
            </a:extLst>
          </p:cNvPr>
          <p:cNvCxnSpPr>
            <a:cxnSpLocks/>
          </p:cNvCxnSpPr>
          <p:nvPr/>
        </p:nvCxnSpPr>
        <p:spPr>
          <a:xfrm flipV="1">
            <a:off x="10731866" y="1805651"/>
            <a:ext cx="0" cy="24306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9B04B99-4189-860D-9187-FDC9E67689B8}"/>
              </a:ext>
            </a:extLst>
          </p:cNvPr>
          <p:cNvSpPr/>
          <p:nvPr/>
        </p:nvSpPr>
        <p:spPr>
          <a:xfrm>
            <a:off x="11058857" y="2967335"/>
            <a:ext cx="546945" cy="923330"/>
          </a:xfrm>
          <a:prstGeom prst="rect">
            <a:avLst/>
          </a:prstGeom>
          <a:noFill/>
        </p:spPr>
        <p:txBody>
          <a:bodyPr wrap="none" lIns="91440" tIns="45720" rIns="91440" bIns="45720">
            <a:spAutoFit/>
          </a:bodyPr>
          <a:lstStyle/>
          <a:p>
            <a:pPr algn="ctr"/>
            <a:r>
              <a:rPr lang="el-GR" sz="5400" b="0" cap="none" spc="0" dirty="0">
                <a:ln w="0"/>
                <a:solidFill>
                  <a:schemeClr val="tx1"/>
                </a:solidFill>
                <a:effectLst>
                  <a:outerShdw blurRad="38100" dist="19050" dir="2700000" algn="tl" rotWithShape="0">
                    <a:schemeClr val="dk1">
                      <a:alpha val="40000"/>
                    </a:schemeClr>
                  </a:outerShdw>
                </a:effectLst>
              </a:rPr>
              <a:t>θ</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03996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25C7-8BA0-9E85-2220-29851E8BE9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D1C7A1-EA09-E270-F31B-E7165C6BA918}"/>
              </a:ext>
            </a:extLst>
          </p:cNvPr>
          <p:cNvSpPr>
            <a:spLocks noGrp="1"/>
          </p:cNvSpPr>
          <p:nvPr>
            <p:ph type="body" sz="quarter" idx="11"/>
          </p:nvPr>
        </p:nvSpPr>
        <p:spPr/>
        <p:txBody>
          <a:bodyPr/>
          <a:lstStyle/>
          <a:p>
            <a:r>
              <a:rPr lang="en-US"/>
              <a:t>Dynamometer</a:t>
            </a:r>
            <a:r>
              <a:rPr lang="en-US" dirty="0"/>
              <a:t>, Thermometer, &amp; Barometer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D6B77FF-3251-5C37-A79B-E345F1D75884}"/>
                  </a:ext>
                </a:extLst>
              </p:cNvPr>
              <p:cNvSpPr>
                <a:spLocks noGrp="1"/>
              </p:cNvSpPr>
              <p:nvPr>
                <p:ph type="body" sz="quarter" idx="10"/>
              </p:nvPr>
            </p:nvSpPr>
            <p:spPr>
              <a:xfrm>
                <a:off x="457200" y="1543324"/>
                <a:ext cx="5259286" cy="4454706"/>
              </a:xfrm>
            </p:spPr>
            <p:txBody>
              <a:bodyPr/>
              <a:lstStyle/>
              <a:p>
                <a:pPr marL="285750" indent="-285750">
                  <a:buFont typeface="Arial" panose="020B0604020202020204" pitchFamily="34" charset="0"/>
                  <a:buChar char="•"/>
                </a:pPr>
                <a:r>
                  <a:rPr lang="en-US" dirty="0"/>
                  <a:t>LVDT Dynamometer</a:t>
                </a:r>
              </a:p>
              <a:p>
                <a:pPr marL="742950" lvl="1" indent="-285750">
                  <a:buFont typeface="Arial" panose="020B0604020202020204" pitchFamily="34" charset="0"/>
                  <a:buChar char="•"/>
                </a:pPr>
                <a:r>
                  <a:rPr lang="en-US" dirty="0"/>
                  <a:t>LVDT converts linear deflection to voltage to be related to lift and drag force</a:t>
                </a:r>
              </a:p>
              <a:p>
                <a:pPr marL="742950" lvl="1" indent="-285750">
                  <a:buFont typeface="Arial" panose="020B0604020202020204" pitchFamily="34" charset="0"/>
                  <a:buChar char="•"/>
                </a:pPr>
                <a:r>
                  <a:rPr lang="en-US" dirty="0"/>
                  <a:t>Used to determine lift and drag coefficients</a:t>
                </a:r>
              </a:p>
              <a:p>
                <a:pPr marL="285750" indent="-285750">
                  <a:buFont typeface="Arial" panose="020B0604020202020204" pitchFamily="34" charset="0"/>
                  <a:buChar char="•"/>
                </a:pPr>
                <a:r>
                  <a:rPr lang="en-US" dirty="0"/>
                  <a:t>Mercury Thermometer</a:t>
                </a:r>
              </a:p>
              <a:p>
                <a:pPr marL="742950" lvl="1" indent="-285750">
                  <a:buFont typeface="Arial" panose="020B0604020202020204" pitchFamily="34" charset="0"/>
                  <a:buChar char="•"/>
                </a:pPr>
                <a:r>
                  <a:rPr lang="en-US" dirty="0"/>
                  <a:t>Measures ambient temperature</a:t>
                </a:r>
              </a:p>
              <a:p>
                <a:pPr marL="742950" lvl="1" indent="-285750">
                  <a:buFont typeface="Arial" panose="020B0604020202020204" pitchFamily="34" charset="0"/>
                  <a:buChar char="•"/>
                </a:pPr>
                <a:r>
                  <a:rPr lang="en-US" dirty="0"/>
                  <a:t>Used to determine mercury barometer correction and air density</a:t>
                </a:r>
              </a:p>
              <a:p>
                <a:pPr marL="285750" indent="-285750">
                  <a:buFont typeface="Arial" panose="020B0604020202020204" pitchFamily="34" charset="0"/>
                  <a:buChar char="•"/>
                </a:pPr>
                <a:r>
                  <a:rPr lang="en-US" dirty="0"/>
                  <a:t>Mercury Barometer</a:t>
                </a:r>
              </a:p>
              <a:p>
                <a:pPr marL="742950" lvl="1" indent="-285750">
                  <a:buFont typeface="Arial" panose="020B0604020202020204" pitchFamily="34" charset="0"/>
                  <a:buChar char="•"/>
                </a:pPr>
                <a:r>
                  <a:rPr lang="en-US" dirty="0"/>
                  <a:t>Measures ambient (uncorrected) pressure</a:t>
                </a:r>
              </a:p>
              <a:p>
                <a:pPr marL="742950" lvl="1" indent="-285750">
                  <a:buFont typeface="Arial" panose="020B0604020202020204" pitchFamily="34" charset="0"/>
                  <a:buChar char="•"/>
                </a:pPr>
                <a:r>
                  <a:rPr lang="en-US" dirty="0"/>
                  <a:t>Used to determine air density</a:t>
                </a:r>
              </a:p>
              <a:p>
                <a:pPr marL="742950" lvl="1"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𝑎𝑡𝑚</m:t>
                            </m:r>
                          </m:sub>
                        </m:sSub>
                        <m:r>
                          <a:rPr lang="en-US" i="1">
                            <a:latin typeface="Cambria Math" panose="02040503050406030204" pitchFamily="18" charset="0"/>
                          </a:rPr>
                          <m:t>𝑀</m:t>
                        </m:r>
                      </m:num>
                      <m:den>
                        <m:r>
                          <a:rPr lang="en-US" i="1">
                            <a:latin typeface="Cambria Math" panose="02040503050406030204" pitchFamily="18" charset="0"/>
                          </a:rPr>
                          <m:t>𝑅𝑇</m:t>
                        </m:r>
                      </m:den>
                    </m:f>
                    <m:r>
                      <a:rPr lang="en-US" i="1">
                        <a:latin typeface="Cambria Math" panose="02040503050406030204" pitchFamily="18" charset="0"/>
                      </a:rPr>
                      <m:t> </m:t>
                    </m:r>
                  </m:oMath>
                </a14:m>
                <a:r>
                  <a:rPr lang="en-US" dirty="0"/>
                  <a:t>	</a:t>
                </a:r>
              </a:p>
            </p:txBody>
          </p:sp>
        </mc:Choice>
        <mc:Fallback xmlns="">
          <p:sp>
            <p:nvSpPr>
              <p:cNvPr id="3" name="Text Placeholder 2">
                <a:extLst>
                  <a:ext uri="{FF2B5EF4-FFF2-40B4-BE49-F238E27FC236}">
                    <a16:creationId xmlns:a16="http://schemas.microsoft.com/office/drawing/2014/main" id="{7D6B77FF-3251-5C37-A79B-E345F1D75884}"/>
                  </a:ext>
                </a:extLst>
              </p:cNvPr>
              <p:cNvSpPr>
                <a:spLocks noGrp="1" noRot="1" noChangeAspect="1" noMove="1" noResize="1" noEditPoints="1" noAdjustHandles="1" noChangeArrowheads="1" noChangeShapeType="1" noTextEdit="1"/>
              </p:cNvSpPr>
              <p:nvPr>
                <p:ph type="body" sz="quarter" idx="10"/>
              </p:nvPr>
            </p:nvSpPr>
            <p:spPr>
              <a:xfrm>
                <a:off x="457200" y="1543324"/>
                <a:ext cx="5259286" cy="4454706"/>
              </a:xfrm>
              <a:blipFill>
                <a:blip r:embed="rId3"/>
                <a:stretch>
                  <a:fillRect l="-695" t="-958"/>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15F8F90C-8B82-06F1-3696-5FE1DB77753A}"/>
              </a:ext>
            </a:extLst>
          </p:cNvPr>
          <p:cNvSpPr>
            <a:spLocks noGrp="1"/>
          </p:cNvSpPr>
          <p:nvPr>
            <p:ph type="title"/>
          </p:nvPr>
        </p:nvSpPr>
        <p:spPr/>
        <p:txBody>
          <a:bodyPr>
            <a:normAutofit fontScale="90000"/>
          </a:bodyPr>
          <a:lstStyle/>
          <a:p>
            <a:r>
              <a:rPr lang="en-US" dirty="0"/>
              <a:t>Instrumentation</a:t>
            </a:r>
          </a:p>
        </p:txBody>
      </p:sp>
      <p:sp>
        <p:nvSpPr>
          <p:cNvPr id="5" name="Slide Number Placeholder 4">
            <a:extLst>
              <a:ext uri="{FF2B5EF4-FFF2-40B4-BE49-F238E27FC236}">
                <a16:creationId xmlns:a16="http://schemas.microsoft.com/office/drawing/2014/main" id="{450A5363-4309-8D0E-E0DF-5CB6E5B70092}"/>
              </a:ext>
            </a:extLst>
          </p:cNvPr>
          <p:cNvSpPr>
            <a:spLocks noGrp="1"/>
          </p:cNvSpPr>
          <p:nvPr>
            <p:ph type="sldNum" sz="quarter" idx="12"/>
          </p:nvPr>
        </p:nvSpPr>
        <p:spPr/>
        <p:txBody>
          <a:bodyPr/>
          <a:lstStyle/>
          <a:p>
            <a:fld id="{3086EA1D-707D-B54C-8FFB-433BD1A27D0B}" type="slidenum">
              <a:rPr lang="en-US" smtClean="0"/>
              <a:pPr/>
              <a:t>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159C817-99D3-B135-5F99-1890D34D2A82}"/>
                  </a:ext>
                </a:extLst>
              </p:cNvPr>
              <p:cNvSpPr txBox="1"/>
              <p:nvPr/>
            </p:nvSpPr>
            <p:spPr>
              <a:xfrm>
                <a:off x="5716486" y="1543324"/>
                <a:ext cx="5861541" cy="3321358"/>
              </a:xfrm>
              <a:prstGeom prst="rect">
                <a:avLst/>
              </a:prstGeom>
              <a:noFill/>
            </p:spPr>
            <p:txBody>
              <a:bodyPr wrap="none" rtlCol="0">
                <a:spAutoFit/>
              </a:bodyPr>
              <a:lstStyle/>
              <a:p>
                <a:r>
                  <a:rPr lang="en-US" dirty="0"/>
                  <a:t>LVDT Voltage-Force Relation Equation:</a:t>
                </a:r>
              </a:p>
              <a:p>
                <a:r>
                  <a:rPr lang="en-US" dirty="0"/>
                  <a:t>	</a:t>
                </a:r>
                <a14:m>
                  <m:oMath xmlns:m="http://schemas.openxmlformats.org/officeDocument/2006/math">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𝐾</m:t>
                    </m:r>
                    <m:d>
                      <m:dPr>
                        <m:ctrlPr>
                          <a:rPr lang="en-US" i="1">
                            <a:latin typeface="Cambria Math" panose="02040503050406030204" pitchFamily="18" charset="0"/>
                          </a:rPr>
                        </m:ctrlPr>
                      </m:d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𝑡𝑜𝑡𝑎𝑙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0,</m:t>
                                </m:r>
                                <m:r>
                                  <a:rPr lang="en-US" i="1">
                                    <a:latin typeface="Cambria Math" panose="02040503050406030204" pitchFamily="18" charset="0"/>
                                  </a:rPr>
                                  <m:t>𝑜𝑓𝑓𝑠𝑒𝑡</m:t>
                                </m:r>
                                <m:r>
                                  <a:rPr lang="en-US" i="1">
                                    <a:latin typeface="Cambria Math" panose="02040503050406030204" pitchFamily="18" charset="0"/>
                                  </a:rPr>
                                  <m:t>,</m:t>
                                </m:r>
                                <m:r>
                                  <a:rPr lang="en-US" i="1">
                                    <a:latin typeface="Cambria Math" panose="02040503050406030204" pitchFamily="18" charset="0"/>
                                  </a:rPr>
                                  <m:t>𝑡𝑜𝑡𝑎𝑙</m:t>
                                </m:r>
                              </m:sub>
                            </m:sSub>
                          </m:e>
                        </m:d>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𝑡𝑠</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0,</m:t>
                                </m:r>
                                <m:r>
                                  <a:rPr lang="en-US" i="1">
                                    <a:latin typeface="Cambria Math" panose="02040503050406030204" pitchFamily="18" charset="0"/>
                                  </a:rPr>
                                  <m:t>𝑜𝑓𝑓𝑠𝑒𝑡</m:t>
                                </m:r>
                                <m:r>
                                  <a:rPr lang="en-US" i="1">
                                    <a:latin typeface="Cambria Math" panose="02040503050406030204" pitchFamily="18" charset="0"/>
                                  </a:rPr>
                                  <m:t>,</m:t>
                                </m:r>
                                <m:r>
                                  <a:rPr lang="en-US" i="1">
                                    <a:latin typeface="Cambria Math" panose="02040503050406030204" pitchFamily="18" charset="0"/>
                                  </a:rPr>
                                  <m:t>𝑡𝑠</m:t>
                                </m:r>
                              </m:sub>
                            </m:sSub>
                          </m:e>
                        </m:d>
                      </m:e>
                    </m:d>
                  </m:oMath>
                </a14:m>
                <a:br>
                  <a:rPr lang="en-US" i="1" dirty="0">
                    <a:latin typeface="Cambria Math" panose="02040503050406030204" pitchFamily="18" charset="0"/>
                  </a:rPr>
                </a:br>
                <a:r>
                  <a:rPr lang="en-US" i="1" dirty="0">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𝐹</m:t>
                    </m:r>
                    <m:r>
                      <a:rPr lang="en-US" b="0" i="1" smtClean="0">
                        <a:latin typeface="Cambria Math" panose="02040503050406030204" pitchFamily="18" charset="0"/>
                      </a:rPr>
                      <m:t>=</m:t>
                    </m:r>
                    <m:r>
                      <m:rPr>
                        <m:sty m:val="p"/>
                      </m:rPr>
                      <a:rPr lang="en-US" b="0" i="0" smtClean="0">
                        <a:latin typeface="Cambria Math" panose="02040503050406030204" pitchFamily="18" charset="0"/>
                      </a:rPr>
                      <m:t>Measured</m:t>
                    </m:r>
                    <m:r>
                      <a:rPr lang="en-US" b="0" i="0" smtClean="0">
                        <a:latin typeface="Cambria Math" panose="02040503050406030204" pitchFamily="18" charset="0"/>
                      </a:rPr>
                      <m:t> </m:t>
                    </m:r>
                    <m:r>
                      <m:rPr>
                        <m:sty m:val="p"/>
                      </m:rPr>
                      <a:rPr lang="en-US" b="0" i="0" smtClean="0">
                        <a:latin typeface="Cambria Math" panose="02040503050406030204" pitchFamily="18" charset="0"/>
                      </a:rPr>
                      <m:t>Force</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0, 100</m:t>
                        </m:r>
                      </m:e>
                    </m:d>
                    <m:r>
                      <a:rPr lang="en-US">
                        <a:latin typeface="Cambria Math" panose="02040503050406030204" pitchFamily="18" charset="0"/>
                      </a:rPr>
                      <m:t> </m:t>
                    </m:r>
                    <m:r>
                      <m:rPr>
                        <m:sty m:val="p"/>
                      </m:rPr>
                      <a:rPr lang="en-US">
                        <a:latin typeface="Cambria Math" panose="02040503050406030204" pitchFamily="18" charset="0"/>
                      </a:rPr>
                      <m:t>N</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𝑡𝑜𝑡𝑎𝑙</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Voltage</m:t>
                    </m:r>
                    <m:r>
                      <a:rPr lang="en-US" b="0" i="0" smtClean="0">
                        <a:latin typeface="Cambria Math" panose="02040503050406030204" pitchFamily="18" charset="0"/>
                      </a:rPr>
                      <m:t> </m:t>
                    </m:r>
                    <m:r>
                      <m:rPr>
                        <m:sty m:val="p"/>
                      </m:rPr>
                      <a:rPr lang="en-US" b="0" i="0" smtClean="0">
                        <a:latin typeface="Cambria Math" panose="02040503050406030204" pitchFamily="18" charset="0"/>
                      </a:rPr>
                      <m:t>at</m:t>
                    </m:r>
                    <m:r>
                      <a:rPr lang="en-US" b="0" i="0" smtClean="0">
                        <a:latin typeface="Cambria Math" panose="02040503050406030204" pitchFamily="18" charset="0"/>
                      </a:rPr>
                      <m:t> </m:t>
                    </m:r>
                    <m:r>
                      <m:rPr>
                        <m:sty m:val="p"/>
                      </m:rPr>
                      <a:rPr lang="en-US" b="0" i="0" smtClean="0">
                        <a:latin typeface="Cambria Math" panose="02040503050406030204" pitchFamily="18" charset="0"/>
                      </a:rPr>
                      <m:t>Speed</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𝑡𝑠</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Voltage</m:t>
                    </m:r>
                    <m:r>
                      <a:rPr lang="en-US" b="0" i="0" smtClean="0">
                        <a:latin typeface="Cambria Math" panose="02040503050406030204" pitchFamily="18" charset="0"/>
                      </a:rPr>
                      <m:t> </m:t>
                    </m:r>
                    <m:r>
                      <m:rPr>
                        <m:sty m:val="p"/>
                      </m:rPr>
                      <a:rPr lang="en-US" b="0" i="0" smtClean="0">
                        <a:latin typeface="Cambria Math" panose="02040503050406030204" pitchFamily="18" charset="0"/>
                      </a:rPr>
                      <m:t>at</m:t>
                    </m:r>
                    <m:r>
                      <a:rPr lang="en-US" b="0" i="0" smtClean="0">
                        <a:latin typeface="Cambria Math" panose="02040503050406030204" pitchFamily="18" charset="0"/>
                      </a:rPr>
                      <m:t> </m:t>
                    </m:r>
                    <m:r>
                      <m:rPr>
                        <m:sty m:val="p"/>
                      </m:rPr>
                      <a:rPr lang="en-US" b="0" i="0" smtClean="0">
                        <a:latin typeface="Cambria Math" panose="02040503050406030204" pitchFamily="18" charset="0"/>
                      </a:rPr>
                      <m:t>Speed</m:t>
                    </m:r>
                    <m:r>
                      <a:rPr lang="en-US" b="0" i="0" smtClean="0">
                        <a:latin typeface="Cambria Math" panose="02040503050406030204" pitchFamily="18" charset="0"/>
                      </a:rPr>
                      <m:t>, </m:t>
                    </m:r>
                    <m:r>
                      <m:rPr>
                        <m:sty m:val="p"/>
                      </m:rPr>
                      <a:rPr lang="en-US" b="0" i="0" smtClean="0">
                        <a:latin typeface="Cambria Math" panose="02040503050406030204" pitchFamily="18" charset="0"/>
                      </a:rPr>
                      <m:t>No</m:t>
                    </m:r>
                    <m:r>
                      <a:rPr lang="en-US" b="0" i="0" smtClean="0">
                        <a:latin typeface="Cambria Math" panose="02040503050406030204" pitchFamily="18" charset="0"/>
                      </a:rPr>
                      <m:t> </m:t>
                    </m:r>
                    <m:r>
                      <m:rPr>
                        <m:sty m:val="p"/>
                      </m:rPr>
                      <a:rPr lang="en-US" b="0" i="0" smtClean="0">
                        <a:latin typeface="Cambria Math" panose="02040503050406030204" pitchFamily="18" charset="0"/>
                      </a:rPr>
                      <m:t>Test</m:t>
                    </m:r>
                    <m:r>
                      <a:rPr lang="en-US" b="0" i="0" smtClean="0">
                        <a:latin typeface="Cambria Math" panose="02040503050406030204" pitchFamily="18" charset="0"/>
                      </a:rPr>
                      <m:t> </m:t>
                    </m:r>
                    <m:r>
                      <m:rPr>
                        <m:sty m:val="p"/>
                      </m:rPr>
                      <a:rPr lang="en-US" b="0" i="0" smtClean="0">
                        <a:latin typeface="Cambria Math" panose="02040503050406030204" pitchFamily="18" charset="0"/>
                      </a:rPr>
                      <m:t>Model</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0,</m:t>
                        </m:r>
                        <m:r>
                          <a:rPr lang="en-US" b="0" i="1" smtClean="0">
                            <a:latin typeface="Cambria Math" panose="02040503050406030204" pitchFamily="18" charset="0"/>
                          </a:rPr>
                          <m:t>𝑜𝑓𝑓𝑠𝑒𝑡</m:t>
                        </m:r>
                        <m:r>
                          <a:rPr lang="en-US" b="0" i="1" smtClean="0">
                            <a:latin typeface="Cambria Math" panose="02040503050406030204" pitchFamily="18" charset="0"/>
                          </a:rPr>
                          <m:t>,</m:t>
                        </m:r>
                        <m:r>
                          <a:rPr lang="en-US" b="0" i="1" smtClean="0">
                            <a:latin typeface="Cambria Math" panose="02040503050406030204" pitchFamily="18" charset="0"/>
                          </a:rPr>
                          <m:t>𝑡𝑜𝑡𝑎𝑙</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Voltage</m:t>
                    </m:r>
                    <m:r>
                      <a:rPr lang="en-US" b="0" i="0" smtClean="0">
                        <a:latin typeface="Cambria Math" panose="02040503050406030204" pitchFamily="18" charset="0"/>
                      </a:rPr>
                      <m:t> </m:t>
                    </m:r>
                    <m:r>
                      <m:rPr>
                        <m:sty m:val="p"/>
                      </m:rPr>
                      <a:rPr lang="en-US" b="0" i="0" smtClean="0">
                        <a:latin typeface="Cambria Math" panose="02040503050406030204" pitchFamily="18" charset="0"/>
                      </a:rPr>
                      <m:t>at</m:t>
                    </m:r>
                    <m:r>
                      <a:rPr lang="en-US" b="0" i="0" smtClean="0">
                        <a:latin typeface="Cambria Math" panose="02040503050406030204" pitchFamily="18" charset="0"/>
                      </a:rPr>
                      <m:t> </m:t>
                    </m:r>
                    <m:r>
                      <m:rPr>
                        <m:sty m:val="p"/>
                      </m:rPr>
                      <a:rPr lang="en-US" b="0" i="0" smtClean="0">
                        <a:latin typeface="Cambria Math" panose="02040503050406030204" pitchFamily="18" charset="0"/>
                      </a:rPr>
                      <m:t>Stationary</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0,</m:t>
                        </m:r>
                        <m:r>
                          <a:rPr lang="en-US" b="0" i="1" smtClean="0">
                            <a:latin typeface="Cambria Math" panose="02040503050406030204" pitchFamily="18" charset="0"/>
                          </a:rPr>
                          <m:t>𝑜𝑓𝑓𝑠𝑒𝑡</m:t>
                        </m:r>
                        <m:r>
                          <a:rPr lang="en-US" b="0" i="1" smtClean="0">
                            <a:latin typeface="Cambria Math" panose="02040503050406030204" pitchFamily="18" charset="0"/>
                          </a:rPr>
                          <m:t>,</m:t>
                        </m:r>
                        <m:r>
                          <a:rPr lang="en-US" b="0" i="1" smtClean="0">
                            <a:latin typeface="Cambria Math" panose="02040503050406030204" pitchFamily="18" charset="0"/>
                          </a:rPr>
                          <m:t>𝑡𝑠</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Voltage</m:t>
                    </m:r>
                    <m:r>
                      <a:rPr lang="en-US" b="0" i="0" smtClean="0">
                        <a:latin typeface="Cambria Math" panose="02040503050406030204" pitchFamily="18" charset="0"/>
                      </a:rPr>
                      <m:t> </m:t>
                    </m:r>
                    <m:r>
                      <m:rPr>
                        <m:sty m:val="p"/>
                      </m:rPr>
                      <a:rPr lang="en-US" b="0" i="0" smtClean="0">
                        <a:latin typeface="Cambria Math" panose="02040503050406030204" pitchFamily="18" charset="0"/>
                      </a:rPr>
                      <m:t>at</m:t>
                    </m:r>
                    <m:r>
                      <a:rPr lang="en-US" b="0" i="0" smtClean="0">
                        <a:latin typeface="Cambria Math" panose="02040503050406030204" pitchFamily="18" charset="0"/>
                      </a:rPr>
                      <m:t> </m:t>
                    </m:r>
                    <m:r>
                      <m:rPr>
                        <m:sty m:val="p"/>
                      </m:rPr>
                      <a:rPr lang="en-US" b="0" i="0" smtClean="0">
                        <a:latin typeface="Cambria Math" panose="02040503050406030204" pitchFamily="18" charset="0"/>
                      </a:rPr>
                      <m:t>Stationary</m:t>
                    </m:r>
                    <m:r>
                      <a:rPr lang="en-US" b="0" i="0" smtClean="0">
                        <a:latin typeface="Cambria Math" panose="02040503050406030204" pitchFamily="18" charset="0"/>
                      </a:rPr>
                      <m:t>, </m:t>
                    </m:r>
                    <m:r>
                      <m:rPr>
                        <m:sty m:val="p"/>
                      </m:rPr>
                      <a:rPr lang="en-US" b="0" i="0" smtClean="0">
                        <a:latin typeface="Cambria Math" panose="02040503050406030204" pitchFamily="18" charset="0"/>
                      </a:rPr>
                      <m:t>No</m:t>
                    </m:r>
                    <m:r>
                      <a:rPr lang="en-US" b="0" i="0" smtClean="0">
                        <a:latin typeface="Cambria Math" panose="02040503050406030204" pitchFamily="18" charset="0"/>
                      </a:rPr>
                      <m:t> </m:t>
                    </m:r>
                    <m:r>
                      <m:rPr>
                        <m:sty m:val="p"/>
                      </m:rPr>
                      <a:rPr lang="en-US" b="0" i="0" smtClean="0">
                        <a:latin typeface="Cambria Math" panose="02040503050406030204" pitchFamily="18" charset="0"/>
                      </a:rPr>
                      <m:t>Test</m:t>
                    </m:r>
                    <m:r>
                      <a:rPr lang="en-US" b="0" i="0" smtClean="0">
                        <a:latin typeface="Cambria Math" panose="02040503050406030204" pitchFamily="18" charset="0"/>
                      </a:rPr>
                      <m:t> </m:t>
                    </m:r>
                    <m:r>
                      <m:rPr>
                        <m:sty m:val="p"/>
                      </m:rPr>
                      <a:rPr lang="en-US" b="0" i="0" smtClean="0">
                        <a:latin typeface="Cambria Math" panose="02040503050406030204" pitchFamily="18" charset="0"/>
                      </a:rPr>
                      <m:t>Model</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𝐾</m:t>
                    </m:r>
                    <m:r>
                      <a:rPr lang="en-US" i="1">
                        <a:latin typeface="Cambria Math" panose="02040503050406030204" pitchFamily="18" charset="0"/>
                      </a:rPr>
                      <m:t>=</m:t>
                    </m:r>
                    <m:r>
                      <m:rPr>
                        <m:sty m:val="p"/>
                      </m:rPr>
                      <a:rPr lang="en-US" b="0" i="0" smtClean="0">
                        <a:latin typeface="Cambria Math" panose="02040503050406030204" pitchFamily="18" charset="0"/>
                      </a:rPr>
                      <m:t>Calibration</m:t>
                    </m:r>
                    <m:r>
                      <a:rPr lang="en-US" b="0" i="0" smtClean="0">
                        <a:latin typeface="Cambria Math" panose="02040503050406030204" pitchFamily="18" charset="0"/>
                      </a:rPr>
                      <m:t> </m:t>
                    </m:r>
                    <m:r>
                      <m:rPr>
                        <m:sty m:val="p"/>
                      </m:rPr>
                      <a:rPr lang="en-US" b="0" i="0" smtClean="0">
                        <a:latin typeface="Cambria Math" panose="02040503050406030204" pitchFamily="18" charset="0"/>
                      </a:rPr>
                      <m:t>Constant</m:t>
                    </m:r>
                  </m:oMath>
                </a14:m>
                <a:endParaRPr lang="en-US" dirty="0"/>
              </a:p>
              <a:p>
                <a:endParaRPr lang="en-US" dirty="0"/>
              </a:p>
              <a:p>
                <a:endParaRPr lang="en-US" dirty="0"/>
              </a:p>
              <a:p>
                <a:endParaRPr lang="en-US" dirty="0"/>
              </a:p>
            </p:txBody>
          </p:sp>
        </mc:Choice>
        <mc:Fallback xmlns="">
          <p:sp>
            <p:nvSpPr>
              <p:cNvPr id="6" name="TextBox 5">
                <a:extLst>
                  <a:ext uri="{FF2B5EF4-FFF2-40B4-BE49-F238E27FC236}">
                    <a16:creationId xmlns:a16="http://schemas.microsoft.com/office/drawing/2014/main" id="{1159C817-99D3-B135-5F99-1890D34D2A82}"/>
                  </a:ext>
                </a:extLst>
              </p:cNvPr>
              <p:cNvSpPr txBox="1">
                <a:spLocks noRot="1" noChangeAspect="1" noMove="1" noResize="1" noEditPoints="1" noAdjustHandles="1" noChangeArrowheads="1" noChangeShapeType="1" noTextEdit="1"/>
              </p:cNvSpPr>
              <p:nvPr/>
            </p:nvSpPr>
            <p:spPr>
              <a:xfrm>
                <a:off x="5716486" y="1543324"/>
                <a:ext cx="5861541" cy="3321358"/>
              </a:xfrm>
              <a:prstGeom prst="rect">
                <a:avLst/>
              </a:prstGeom>
              <a:blipFill>
                <a:blip r:embed="rId4"/>
                <a:stretch>
                  <a:fillRect l="-937" t="-11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53CA6E0-4733-0787-57EF-824E3488E981}"/>
                  </a:ext>
                </a:extLst>
              </p:cNvPr>
              <p:cNvSpPr txBox="1"/>
              <p:nvPr/>
            </p:nvSpPr>
            <p:spPr>
              <a:xfrm>
                <a:off x="5710267" y="4020833"/>
                <a:ext cx="5867760" cy="2423164"/>
              </a:xfrm>
              <a:prstGeom prst="rect">
                <a:avLst/>
              </a:prstGeom>
              <a:noFill/>
            </p:spPr>
            <p:txBody>
              <a:bodyPr wrap="none" rtlCol="0">
                <a:spAutoFit/>
              </a:bodyPr>
              <a:lstStyle/>
              <a:p>
                <a:r>
                  <a:rPr lang="en-US" dirty="0"/>
                  <a:t>Air Density Equation (Ideal Gas Law):</a:t>
                </a:r>
              </a:p>
              <a:p>
                <a:r>
                  <a:rPr lang="en-US" dirty="0"/>
                  <a:t>	</a:t>
                </a:r>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𝑎𝑡𝑚</m:t>
                            </m:r>
                          </m:sub>
                        </m:sSub>
                        <m:r>
                          <a:rPr lang="en-US" i="1">
                            <a:latin typeface="Cambria Math" panose="02040503050406030204" pitchFamily="18" charset="0"/>
                          </a:rPr>
                          <m:t>𝑀</m:t>
                        </m:r>
                      </m:num>
                      <m:den>
                        <m:r>
                          <a:rPr lang="en-US" i="1">
                            <a:latin typeface="Cambria Math" panose="02040503050406030204" pitchFamily="18" charset="0"/>
                          </a:rPr>
                          <m:t>𝑅𝑇</m:t>
                        </m:r>
                      </m:den>
                    </m:f>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𝜌</m:t>
                    </m:r>
                    <m:r>
                      <a:rPr lang="en-US" i="1">
                        <a:latin typeface="Cambria Math" panose="02040503050406030204" pitchFamily="18" charset="0"/>
                      </a:rPr>
                      <m:t>=</m:t>
                    </m:r>
                    <m:r>
                      <m:rPr>
                        <m:sty m:val="p"/>
                      </m:rPr>
                      <a:rPr lang="en-US" b="0" i="0" smtClean="0">
                        <a:latin typeface="Cambria Math" panose="02040503050406030204" pitchFamily="18" charset="0"/>
                      </a:rPr>
                      <m:t>Air</m:t>
                    </m:r>
                    <m:r>
                      <a:rPr lang="en-US" b="0" i="0" smtClean="0">
                        <a:latin typeface="Cambria Math" panose="02040503050406030204" pitchFamily="18" charset="0"/>
                      </a:rPr>
                      <m:t> </m:t>
                    </m:r>
                    <m:r>
                      <m:rPr>
                        <m:sty m:val="p"/>
                      </m:rPr>
                      <a:rPr lang="en-US" b="0" i="0" smtClean="0">
                        <a:latin typeface="Cambria Math" panose="02040503050406030204" pitchFamily="18" charset="0"/>
                      </a:rPr>
                      <m:t>Density</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𝑎𝑡𝑚</m:t>
                        </m:r>
                      </m:sub>
                    </m:sSub>
                    <m:r>
                      <a:rPr lang="en-US" i="1">
                        <a:latin typeface="Cambria Math" panose="02040503050406030204" pitchFamily="18" charset="0"/>
                      </a:rPr>
                      <m:t>=</m:t>
                    </m:r>
                    <m:r>
                      <m:rPr>
                        <m:sty m:val="p"/>
                      </m:rPr>
                      <a:rPr lang="en-US" b="0" i="0" smtClean="0">
                        <a:latin typeface="Cambria Math" panose="02040503050406030204" pitchFamily="18" charset="0"/>
                      </a:rPr>
                      <m:t>Corrected</m:t>
                    </m:r>
                    <m:r>
                      <a:rPr lang="en-US" b="0" i="0" smtClean="0">
                        <a:latin typeface="Cambria Math" panose="02040503050406030204" pitchFamily="18" charset="0"/>
                      </a:rPr>
                      <m:t> </m:t>
                    </m:r>
                    <m:r>
                      <m:rPr>
                        <m:sty m:val="p"/>
                      </m:rPr>
                      <a:rPr lang="en-US" b="0" i="0" smtClean="0">
                        <a:latin typeface="Cambria Math" panose="02040503050406030204" pitchFamily="18" charset="0"/>
                      </a:rPr>
                      <m:t>Measured</m:t>
                    </m:r>
                    <m:r>
                      <a:rPr lang="en-US" b="0" i="0" smtClean="0">
                        <a:latin typeface="Cambria Math" panose="02040503050406030204" pitchFamily="18" charset="0"/>
                      </a:rPr>
                      <m:t> </m:t>
                    </m:r>
                    <m:r>
                      <m:rPr>
                        <m:sty m:val="p"/>
                      </m:rPr>
                      <a:rPr lang="en-US" b="0" i="0" smtClean="0">
                        <a:latin typeface="Cambria Math" panose="02040503050406030204" pitchFamily="18" charset="0"/>
                      </a:rPr>
                      <m:t>Atmospheric</m:t>
                    </m:r>
                    <m:r>
                      <a:rPr lang="en-US" b="0" i="0" smtClean="0">
                        <a:latin typeface="Cambria Math" panose="02040503050406030204" pitchFamily="18" charset="0"/>
                      </a:rPr>
                      <m:t> </m:t>
                    </m:r>
                    <m:r>
                      <m:rPr>
                        <m:sty m:val="p"/>
                      </m:rPr>
                      <a:rPr lang="en-US" b="0" i="0" smtClean="0">
                        <a:latin typeface="Cambria Math" panose="02040503050406030204" pitchFamily="18" charset="0"/>
                      </a:rPr>
                      <m:t>Pressure</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𝑀</m:t>
                    </m:r>
                    <m:r>
                      <a:rPr lang="en-US" i="1">
                        <a:latin typeface="Cambria Math" panose="02040503050406030204" pitchFamily="18" charset="0"/>
                      </a:rPr>
                      <m:t>=</m:t>
                    </m:r>
                    <m:r>
                      <m:rPr>
                        <m:sty m:val="p"/>
                      </m:rPr>
                      <a:rPr lang="en-US" b="0" i="0" smtClean="0">
                        <a:latin typeface="Cambria Math" panose="02040503050406030204" pitchFamily="18" charset="0"/>
                      </a:rPr>
                      <m:t>Molar</m:t>
                    </m:r>
                    <m:r>
                      <a:rPr lang="en-US" b="0" i="0" smtClean="0">
                        <a:latin typeface="Cambria Math" panose="02040503050406030204" pitchFamily="18" charset="0"/>
                      </a:rPr>
                      <m:t> </m:t>
                    </m:r>
                    <m:r>
                      <m:rPr>
                        <m:sty m:val="p"/>
                      </m:rPr>
                      <a:rPr lang="en-US" b="0" i="0" smtClean="0">
                        <a:latin typeface="Cambria Math" panose="02040503050406030204" pitchFamily="18" charset="0"/>
                      </a:rPr>
                      <m:t>Mass</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𝑅</m:t>
                    </m:r>
                    <m:r>
                      <a:rPr lang="en-US" i="1">
                        <a:latin typeface="Cambria Math" panose="02040503050406030204" pitchFamily="18" charset="0"/>
                      </a:rPr>
                      <m:t>=</m:t>
                    </m:r>
                    <m:r>
                      <m:rPr>
                        <m:sty m:val="p"/>
                      </m:rPr>
                      <a:rPr lang="en-US" b="0" i="0" smtClean="0">
                        <a:latin typeface="Cambria Math" panose="02040503050406030204" pitchFamily="18" charset="0"/>
                      </a:rPr>
                      <m:t>Universal</m:t>
                    </m:r>
                    <m:r>
                      <a:rPr lang="en-US" b="0" i="0" smtClean="0">
                        <a:latin typeface="Cambria Math" panose="02040503050406030204" pitchFamily="18" charset="0"/>
                      </a:rPr>
                      <m:t> </m:t>
                    </m:r>
                    <m:r>
                      <m:rPr>
                        <m:sty m:val="p"/>
                      </m:rPr>
                      <a:rPr lang="en-US" b="0" i="0" smtClean="0">
                        <a:latin typeface="Cambria Math" panose="02040503050406030204" pitchFamily="18" charset="0"/>
                      </a:rPr>
                      <m:t>Gas</m:t>
                    </m:r>
                    <m:r>
                      <a:rPr lang="en-US" b="0" i="0" smtClean="0">
                        <a:latin typeface="Cambria Math" panose="02040503050406030204" pitchFamily="18" charset="0"/>
                      </a:rPr>
                      <m:t> </m:t>
                    </m:r>
                    <m:r>
                      <m:rPr>
                        <m:sty m:val="p"/>
                      </m:rPr>
                      <a:rPr lang="en-US" b="0" i="0" smtClean="0">
                        <a:latin typeface="Cambria Math" panose="02040503050406030204" pitchFamily="18" charset="0"/>
                      </a:rPr>
                      <m:t>Constant</m:t>
                    </m:r>
                    <m:r>
                      <a:rPr lang="en-US" b="0" i="0" smtClean="0">
                        <a:latin typeface="Cambria Math" panose="02040503050406030204" pitchFamily="18" charset="0"/>
                      </a:rPr>
                      <m:t>=</m:t>
                    </m:r>
                    <m:r>
                      <a:rPr lang="en-US" b="0" i="1" smtClean="0">
                        <a:latin typeface="Cambria Math" panose="02040503050406030204" pitchFamily="18" charset="0"/>
                      </a:rPr>
                      <m:t>8.314</m:t>
                    </m:r>
                    <m:r>
                      <a:rPr lang="en-US" b="0" i="0" smtClean="0">
                        <a:latin typeface="Cambria Math" panose="02040503050406030204" pitchFamily="18" charset="0"/>
                      </a:rPr>
                      <m:t> </m:t>
                    </m:r>
                    <m:r>
                      <m:rPr>
                        <m:sty m:val="p"/>
                      </m:rPr>
                      <a:rPr lang="en-US" b="0" i="0" smtClean="0">
                        <a:latin typeface="Cambria Math" panose="02040503050406030204" pitchFamily="18" charset="0"/>
                      </a:rPr>
                      <m:t>J</m:t>
                    </m:r>
                    <m:r>
                      <a:rPr lang="en-US" b="0" i="0" smtClean="0">
                        <a:latin typeface="Cambria Math" panose="02040503050406030204" pitchFamily="18" charset="0"/>
                      </a:rPr>
                      <m:t>/(</m:t>
                    </m:r>
                    <m:r>
                      <m:rPr>
                        <m:sty m:val="p"/>
                      </m:rPr>
                      <a:rPr lang="en-US" b="0" i="0" smtClean="0">
                        <a:latin typeface="Cambria Math" panose="02040503050406030204" pitchFamily="18" charset="0"/>
                      </a:rPr>
                      <m:t>mol</m:t>
                    </m:r>
                    <m:r>
                      <a:rPr lang="en-US" b="0" i="1" smtClean="0">
                        <a:latin typeface="Cambria Math" panose="02040503050406030204" pitchFamily="18" charset="0"/>
                      </a:rPr>
                      <m:t>⋅</m:t>
                    </m:r>
                    <m:r>
                      <m:rPr>
                        <m:sty m:val="p"/>
                      </m:rPr>
                      <a:rPr lang="en-US" b="0" i="0" smtClean="0">
                        <a:latin typeface="Cambria Math" panose="02040503050406030204" pitchFamily="18" charset="0"/>
                      </a:rPr>
                      <m:t>K</m:t>
                    </m:r>
                    <m:r>
                      <a:rPr lang="en-US" b="0" i="0" smtClean="0">
                        <a:latin typeface="Cambria Math" panose="02040503050406030204" pitchFamily="18" charset="0"/>
                      </a:rPr>
                      <m:t>)</m:t>
                    </m:r>
                  </m:oMath>
                </a14:m>
                <a:endParaRPr lang="en-US" dirty="0"/>
              </a:p>
              <a:p>
                <a:r>
                  <a:rPr lang="en-US" i="1" dirty="0">
                    <a:latin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𝑇</m:t>
                    </m:r>
                    <m:r>
                      <a:rPr lang="en-US" i="1">
                        <a:latin typeface="Cambria Math" panose="02040503050406030204" pitchFamily="18" charset="0"/>
                      </a:rPr>
                      <m:t>=</m:t>
                    </m:r>
                    <m:r>
                      <m:rPr>
                        <m:sty m:val="p"/>
                      </m:rPr>
                      <a:rPr lang="en-US" b="0" i="0" smtClean="0">
                        <a:latin typeface="Cambria Math" panose="02040503050406030204" pitchFamily="18" charset="0"/>
                      </a:rPr>
                      <m:t>Measured</m:t>
                    </m:r>
                    <m:r>
                      <a:rPr lang="en-US" b="0" i="0" smtClean="0">
                        <a:latin typeface="Cambria Math" panose="02040503050406030204" pitchFamily="18" charset="0"/>
                      </a:rPr>
                      <m:t> </m:t>
                    </m:r>
                    <m:r>
                      <m:rPr>
                        <m:sty m:val="p"/>
                      </m:rPr>
                      <a:rPr lang="en-US" b="0" i="0" smtClean="0">
                        <a:latin typeface="Cambria Math" panose="02040503050406030204" pitchFamily="18" charset="0"/>
                      </a:rPr>
                      <m:t>Ambient</m:t>
                    </m:r>
                    <m:r>
                      <a:rPr lang="en-US" b="0" i="0" smtClean="0">
                        <a:latin typeface="Cambria Math" panose="02040503050406030204" pitchFamily="18" charset="0"/>
                      </a:rPr>
                      <m:t> </m:t>
                    </m:r>
                    <m:r>
                      <m:rPr>
                        <m:sty m:val="p"/>
                      </m:rPr>
                      <a:rPr lang="en-US" b="0" i="0" smtClean="0">
                        <a:latin typeface="Cambria Math" panose="02040503050406030204" pitchFamily="18" charset="0"/>
                      </a:rPr>
                      <m:t>Temperature</m:t>
                    </m:r>
                  </m:oMath>
                </a14:m>
                <a:endParaRPr lang="en-US" dirty="0"/>
              </a:p>
              <a:p>
                <a:endParaRPr lang="en-US" dirty="0"/>
              </a:p>
            </p:txBody>
          </p:sp>
        </mc:Choice>
        <mc:Fallback xmlns="">
          <p:sp>
            <p:nvSpPr>
              <p:cNvPr id="7" name="TextBox 6">
                <a:extLst>
                  <a:ext uri="{FF2B5EF4-FFF2-40B4-BE49-F238E27FC236}">
                    <a16:creationId xmlns:a16="http://schemas.microsoft.com/office/drawing/2014/main" id="{453CA6E0-4733-0787-57EF-824E3488E981}"/>
                  </a:ext>
                </a:extLst>
              </p:cNvPr>
              <p:cNvSpPr txBox="1">
                <a:spLocks noRot="1" noChangeAspect="1" noMove="1" noResize="1" noEditPoints="1" noAdjustHandles="1" noChangeArrowheads="1" noChangeShapeType="1" noTextEdit="1"/>
              </p:cNvSpPr>
              <p:nvPr/>
            </p:nvSpPr>
            <p:spPr>
              <a:xfrm>
                <a:off x="5710267" y="4020833"/>
                <a:ext cx="5867760" cy="2423164"/>
              </a:xfrm>
              <a:prstGeom prst="rect">
                <a:avLst/>
              </a:prstGeom>
              <a:blipFill>
                <a:blip r:embed="rId5"/>
                <a:stretch>
                  <a:fillRect l="-936" t="-1763"/>
                </a:stretch>
              </a:blipFill>
            </p:spPr>
            <p:txBody>
              <a:bodyPr/>
              <a:lstStyle/>
              <a:p>
                <a:r>
                  <a:rPr lang="en-US">
                    <a:noFill/>
                  </a:rPr>
                  <a:t> </a:t>
                </a:r>
              </a:p>
            </p:txBody>
          </p:sp>
        </mc:Fallback>
      </mc:AlternateContent>
    </p:spTree>
    <p:extLst>
      <p:ext uri="{BB962C8B-B14F-4D97-AF65-F5344CB8AC3E}">
        <p14:creationId xmlns:p14="http://schemas.microsoft.com/office/powerpoint/2010/main" val="3190346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C1FA-CF68-A246-362A-00A819DC01A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8E34CC-BC28-F024-3453-839F9DBC2DBA}"/>
              </a:ext>
            </a:extLst>
          </p:cNvPr>
          <p:cNvSpPr>
            <a:spLocks noGrp="1"/>
          </p:cNvSpPr>
          <p:nvPr>
            <p:ph type="body" sz="quarter" idx="11"/>
          </p:nvPr>
        </p:nvSpPr>
        <p:spPr/>
        <p:txBody>
          <a:bodyPr/>
          <a:lstStyle/>
          <a:p>
            <a:r>
              <a:rPr lang="en-US" dirty="0"/>
              <a:t>Model in Wind Tunnel</a:t>
            </a:r>
          </a:p>
        </p:txBody>
      </p:sp>
      <p:sp>
        <p:nvSpPr>
          <p:cNvPr id="3" name="Text Placeholder 2">
            <a:extLst>
              <a:ext uri="{FF2B5EF4-FFF2-40B4-BE49-F238E27FC236}">
                <a16:creationId xmlns:a16="http://schemas.microsoft.com/office/drawing/2014/main" id="{096643B6-52D1-8B93-9C9A-7D1B72B03E95}"/>
              </a:ext>
            </a:extLst>
          </p:cNvPr>
          <p:cNvSpPr>
            <a:spLocks noGrp="1"/>
          </p:cNvSpPr>
          <p:nvPr>
            <p:ph type="body" sz="quarter" idx="10"/>
          </p:nvPr>
        </p:nvSpPr>
        <p:spPr>
          <a:xfrm>
            <a:off x="457199" y="1603155"/>
            <a:ext cx="11266713" cy="3805842"/>
          </a:xfrm>
        </p:spPr>
        <p:txBody>
          <a:bodyPr/>
          <a:lstStyle/>
          <a:p>
            <a:r>
              <a:rPr lang="en-US" dirty="0"/>
              <a:t>Out of lab: </a:t>
            </a:r>
          </a:p>
          <a:p>
            <a:pPr marL="342900" indent="-342900">
              <a:buFont typeface="+mj-lt"/>
              <a:buAutoNum type="arabicPeriod"/>
            </a:pPr>
            <a:r>
              <a:rPr lang="en-US" dirty="0"/>
              <a:t>Create each test model as specified </a:t>
            </a:r>
          </a:p>
          <a:p>
            <a:r>
              <a:rPr lang="en-US" dirty="0"/>
              <a:t>In Lab:</a:t>
            </a:r>
          </a:p>
          <a:p>
            <a:pPr marL="342900" indent="-342900">
              <a:buFont typeface="+mj-lt"/>
              <a:buAutoNum type="arabicPeriod"/>
            </a:pPr>
            <a:r>
              <a:rPr lang="en-US" dirty="0"/>
              <a:t>Measure atmospheric pressure (</a:t>
            </a:r>
            <a:r>
              <a:rPr lang="en-US" dirty="0" err="1"/>
              <a:t>P</a:t>
            </a:r>
            <a:r>
              <a:rPr lang="en-US" baseline="-25000" dirty="0" err="1"/>
              <a:t>atm</a:t>
            </a:r>
            <a:r>
              <a:rPr lang="en-US" dirty="0"/>
              <a:t>) and temperature</a:t>
            </a:r>
          </a:p>
          <a:p>
            <a:pPr marL="342900" indent="-342900">
              <a:buFont typeface="+mj-lt"/>
              <a:buAutoNum type="arabicPeriod"/>
            </a:pPr>
            <a:r>
              <a:rPr lang="en-US" dirty="0"/>
              <a:t>Using the “Force Measurement Dynamometer” </a:t>
            </a:r>
            <a:r>
              <a:rPr lang="en-US" dirty="0" err="1"/>
              <a:t>MatLab</a:t>
            </a:r>
            <a:r>
              <a:rPr lang="en-US" dirty="0"/>
              <a:t> App used previously, record drag scaling factor and lift scaling factor</a:t>
            </a:r>
          </a:p>
          <a:p>
            <a:pPr marL="342900" indent="-342900">
              <a:buFont typeface="+mj-lt"/>
              <a:buAutoNum type="arabicPeriod"/>
            </a:pPr>
            <a:r>
              <a:rPr lang="en-US" dirty="0"/>
              <a:t>With first the empty test section (no model or ground plate), then each model, record voltage data</a:t>
            </a:r>
          </a:p>
          <a:p>
            <a:pPr marL="800100" lvl="1" indent="-342900">
              <a:buFont typeface="Arial" panose="020B0604020202020204" pitchFamily="34" charset="0"/>
              <a:buChar char="•"/>
            </a:pPr>
            <a:r>
              <a:rPr lang="en-US" dirty="0"/>
              <a:t>After recording data for VFD frequency 0Hz, start at VFD frequency of 30 Hz (22.67 m/s) and increment by 5 HZ until 60 Hz (34.01 m/s) is reached </a:t>
            </a:r>
          </a:p>
          <a:p>
            <a:pPr marL="342900" indent="-342900">
              <a:buFont typeface="+mj-lt"/>
              <a:buAutoNum type="arabicPeriod"/>
            </a:pPr>
            <a:r>
              <a:rPr lang="en-US" dirty="0"/>
              <a:t>Process data to determine drag and lift force</a:t>
            </a:r>
          </a:p>
          <a:p>
            <a:pPr lvl="2"/>
            <a:endParaRPr lang="en-US" dirty="0"/>
          </a:p>
        </p:txBody>
      </p:sp>
      <p:sp>
        <p:nvSpPr>
          <p:cNvPr id="4" name="Title 3">
            <a:extLst>
              <a:ext uri="{FF2B5EF4-FFF2-40B4-BE49-F238E27FC236}">
                <a16:creationId xmlns:a16="http://schemas.microsoft.com/office/drawing/2014/main" id="{501EAB40-8264-C82F-FDF0-DE5E7548AC27}"/>
              </a:ext>
            </a:extLst>
          </p:cNvPr>
          <p:cNvSpPr>
            <a:spLocks noGrp="1"/>
          </p:cNvSpPr>
          <p:nvPr>
            <p:ph type="title"/>
          </p:nvPr>
        </p:nvSpPr>
        <p:spPr/>
        <p:txBody>
          <a:bodyPr>
            <a:normAutofit fontScale="90000"/>
          </a:bodyPr>
          <a:lstStyle/>
          <a:p>
            <a:r>
              <a:rPr lang="en-US" dirty="0"/>
              <a:t>Test Plan</a:t>
            </a:r>
          </a:p>
        </p:txBody>
      </p:sp>
      <p:sp>
        <p:nvSpPr>
          <p:cNvPr id="5" name="Slide Number Placeholder 4">
            <a:extLst>
              <a:ext uri="{FF2B5EF4-FFF2-40B4-BE49-F238E27FC236}">
                <a16:creationId xmlns:a16="http://schemas.microsoft.com/office/drawing/2014/main" id="{F60BAEA0-1202-DF49-745A-AD739131332F}"/>
              </a:ext>
            </a:extLst>
          </p:cNvPr>
          <p:cNvSpPr>
            <a:spLocks noGrp="1"/>
          </p:cNvSpPr>
          <p:nvPr>
            <p:ph type="sldNum" sz="quarter" idx="12"/>
          </p:nvPr>
        </p:nvSpPr>
        <p:spPr/>
        <p:txBody>
          <a:bodyPr/>
          <a:lstStyle/>
          <a:p>
            <a:fld id="{3086EA1D-707D-B54C-8FFB-433BD1A27D0B}" type="slidenum">
              <a:rPr lang="en-US" smtClean="0"/>
              <a:pPr/>
              <a:t>7</a:t>
            </a:fld>
            <a:endParaRPr lang="en-US"/>
          </a:p>
        </p:txBody>
      </p:sp>
      <p:sp>
        <p:nvSpPr>
          <p:cNvPr id="6" name="Rectangle 5">
            <a:extLst>
              <a:ext uri="{FF2B5EF4-FFF2-40B4-BE49-F238E27FC236}">
                <a16:creationId xmlns:a16="http://schemas.microsoft.com/office/drawing/2014/main" id="{0895A2BD-9894-ABB6-8BFB-52474CDB2C22}"/>
              </a:ext>
            </a:extLst>
          </p:cNvPr>
          <p:cNvSpPr/>
          <p:nvPr/>
        </p:nvSpPr>
        <p:spPr>
          <a:xfrm>
            <a:off x="8740877" y="671187"/>
            <a:ext cx="2993923" cy="17442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r>
              <a:rPr lang="en-US" dirty="0"/>
              <a:t>Assumptions:</a:t>
            </a:r>
          </a:p>
          <a:p>
            <a:pPr marL="342900" indent="-342900">
              <a:buFont typeface="+mj-lt"/>
              <a:buAutoNum type="arabicPeriod"/>
            </a:pPr>
            <a:r>
              <a:rPr lang="en-US" dirty="0"/>
              <a:t>Legs are perfectly normal to and effectively in contact with the ground</a:t>
            </a:r>
          </a:p>
          <a:p>
            <a:pPr marL="342900" indent="-342900">
              <a:buFont typeface="+mj-lt"/>
              <a:buAutoNum type="arabicPeriod"/>
            </a:pPr>
            <a:r>
              <a:rPr lang="en-US" dirty="0"/>
              <a:t>Vibrations of the model are negligible</a:t>
            </a:r>
          </a:p>
          <a:p>
            <a:endParaRPr lang="en-US" dirty="0"/>
          </a:p>
        </p:txBody>
      </p:sp>
    </p:spTree>
    <p:extLst>
      <p:ext uri="{BB962C8B-B14F-4D97-AF65-F5344CB8AC3E}">
        <p14:creationId xmlns:p14="http://schemas.microsoft.com/office/powerpoint/2010/main" val="2931434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CAD82-7C18-556C-2F77-A16881B221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DBBD11-4B9D-C6E6-949A-9343A355D5DB}"/>
              </a:ext>
            </a:extLst>
          </p:cNvPr>
          <p:cNvSpPr>
            <a:spLocks noGrp="1"/>
          </p:cNvSpPr>
          <p:nvPr>
            <p:ph type="body" sz="quarter" idx="11"/>
          </p:nvPr>
        </p:nvSpPr>
        <p:spPr/>
        <p:txBody>
          <a:bodyPr/>
          <a:lstStyle/>
          <a:p>
            <a:r>
              <a:rPr lang="en-US" dirty="0"/>
              <a:t>Numerical Results for Drag and Lift</a:t>
            </a:r>
          </a:p>
        </p:txBody>
      </p:sp>
      <p:sp>
        <p:nvSpPr>
          <p:cNvPr id="3" name="Text Placeholder 2">
            <a:extLst>
              <a:ext uri="{FF2B5EF4-FFF2-40B4-BE49-F238E27FC236}">
                <a16:creationId xmlns:a16="http://schemas.microsoft.com/office/drawing/2014/main" id="{382FE344-11BC-493D-6B09-1680975D6E31}"/>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Data Acquired </a:t>
            </a:r>
          </a:p>
          <a:p>
            <a:pPr marL="742950" lvl="1" indent="-285750">
              <a:buFont typeface="Arial" panose="020B0604020202020204" pitchFamily="34" charset="0"/>
              <a:buChar char="•"/>
            </a:pPr>
            <a:r>
              <a:rPr lang="en-US" dirty="0"/>
              <a:t>Drag and Lift </a:t>
            </a:r>
            <a:r>
              <a:rPr lang="en-US"/>
              <a:t>force</a:t>
            </a:r>
            <a:r>
              <a:rPr lang="en-US" dirty="0"/>
              <a:t> on human models of different torso to lower body angle (</a:t>
            </a:r>
            <a:r>
              <a:rPr lang="el-GR" dirty="0"/>
              <a:t>θ</a:t>
            </a:r>
            <a:r>
              <a:rPr lang="en-US" dirty="0"/>
              <a:t>)</a:t>
            </a:r>
          </a:p>
          <a:p>
            <a:pPr marL="285750" indent="-285750">
              <a:buFont typeface="Arial" panose="020B0604020202020204" pitchFamily="34" charset="0"/>
              <a:buChar char="•"/>
            </a:pPr>
            <a:r>
              <a:rPr lang="en-US" dirty="0"/>
              <a:t>Data Processing</a:t>
            </a:r>
          </a:p>
          <a:p>
            <a:pPr marL="742950" lvl="1" indent="-285750">
              <a:buFont typeface="Arial" panose="020B0604020202020204" pitchFamily="34" charset="0"/>
              <a:buChar char="•"/>
            </a:pPr>
            <a:r>
              <a:rPr lang="en-US" dirty="0"/>
              <a:t>Use voltage readings from the LVDT to calculate the drag and lift forces</a:t>
            </a:r>
          </a:p>
          <a:p>
            <a:pPr marL="742950" lvl="1" indent="-285750">
              <a:buFont typeface="Arial" panose="020B0604020202020204" pitchFamily="34" charset="0"/>
              <a:buChar char="•"/>
            </a:pPr>
            <a:r>
              <a:rPr lang="en-US" dirty="0"/>
              <a:t>Use forces and free stream velocity to calculate drag and lift coefficients</a:t>
            </a:r>
          </a:p>
          <a:p>
            <a:pPr marL="742950" lvl="1" indent="-285750">
              <a:buFont typeface="Arial" panose="020B0604020202020204" pitchFamily="34" charset="0"/>
              <a:buChar char="•"/>
            </a:pPr>
            <a:r>
              <a:rPr lang="en-US" dirty="0"/>
              <a:t>Observe that as Reynolds number increases, the drag and lift coefficients become constant at each </a:t>
            </a:r>
            <a:r>
              <a:rPr lang="el-GR" dirty="0"/>
              <a:t>θ</a:t>
            </a:r>
            <a:endParaRPr lang="en-US" dirty="0"/>
          </a:p>
          <a:p>
            <a:pPr marL="742950" lvl="1" indent="-285750">
              <a:buFont typeface="Arial" panose="020B0604020202020204" pitchFamily="34" charset="0"/>
              <a:buChar char="•"/>
            </a:pPr>
            <a:r>
              <a:rPr lang="en-US" dirty="0"/>
              <a:t>Use constant lift and drag coefficients to determine force for true to life scenarios </a:t>
            </a:r>
          </a:p>
          <a:p>
            <a:pPr marL="742950" lvl="1" indent="-285750">
              <a:buFont typeface="Arial" panose="020B0604020202020204" pitchFamily="34" charset="0"/>
              <a:buChar char="•"/>
            </a:pPr>
            <a:r>
              <a:rPr lang="en-US" dirty="0"/>
              <a:t>Predict unsafe wind speeds using the determined forces</a:t>
            </a:r>
          </a:p>
          <a:p>
            <a:pPr marL="285750" indent="-28575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2DB7187C-488D-BA4B-F519-E6D30404043B}"/>
              </a:ext>
            </a:extLst>
          </p:cNvPr>
          <p:cNvSpPr>
            <a:spLocks noGrp="1"/>
          </p:cNvSpPr>
          <p:nvPr>
            <p:ph type="title"/>
          </p:nvPr>
        </p:nvSpPr>
        <p:spPr/>
        <p:txBody>
          <a:bodyPr>
            <a:normAutofit fontScale="90000"/>
          </a:bodyPr>
          <a:lstStyle/>
          <a:p>
            <a:r>
              <a:rPr lang="en-US" dirty="0"/>
              <a:t>Anticipated Results </a:t>
            </a:r>
          </a:p>
        </p:txBody>
      </p:sp>
      <p:sp>
        <p:nvSpPr>
          <p:cNvPr id="5" name="Slide Number Placeholder 4">
            <a:extLst>
              <a:ext uri="{FF2B5EF4-FFF2-40B4-BE49-F238E27FC236}">
                <a16:creationId xmlns:a16="http://schemas.microsoft.com/office/drawing/2014/main" id="{87E12164-442E-EF5A-7BD9-183AE60FBF47}"/>
              </a:ext>
            </a:extLst>
          </p:cNvPr>
          <p:cNvSpPr>
            <a:spLocks noGrp="1"/>
          </p:cNvSpPr>
          <p:nvPr>
            <p:ph type="sldNum" sz="quarter" idx="12"/>
          </p:nvPr>
        </p:nvSpPr>
        <p:spPr/>
        <p:txBody>
          <a:bodyPr/>
          <a:lstStyle/>
          <a:p>
            <a:fld id="{3086EA1D-707D-B54C-8FFB-433BD1A27D0B}" type="slidenum">
              <a:rPr lang="en-US" smtClean="0"/>
              <a:pPr/>
              <a:t>8</a:t>
            </a:fld>
            <a:endParaRPr lang="en-US"/>
          </a:p>
        </p:txBody>
      </p:sp>
    </p:spTree>
    <p:extLst>
      <p:ext uri="{BB962C8B-B14F-4D97-AF65-F5344CB8AC3E}">
        <p14:creationId xmlns:p14="http://schemas.microsoft.com/office/powerpoint/2010/main" val="4104128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A3B1-43B3-8704-F3A8-8381E3D3EF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D73B24-8A67-7FAA-B838-596739FF7121}"/>
              </a:ext>
            </a:extLst>
          </p:cNvPr>
          <p:cNvSpPr>
            <a:spLocks noGrp="1"/>
          </p:cNvSpPr>
          <p:nvPr>
            <p:ph type="title"/>
          </p:nvPr>
        </p:nvSpPr>
        <p:spPr/>
        <p:txBody>
          <a:bodyPr>
            <a:normAutofit fontScale="90000"/>
          </a:bodyPr>
          <a:lstStyle/>
          <a:p>
            <a:r>
              <a:rPr lang="en-US" dirty="0"/>
              <a:t>Timeline</a:t>
            </a:r>
          </a:p>
        </p:txBody>
      </p:sp>
      <p:sp>
        <p:nvSpPr>
          <p:cNvPr id="5" name="Slide Number Placeholder 4">
            <a:extLst>
              <a:ext uri="{FF2B5EF4-FFF2-40B4-BE49-F238E27FC236}">
                <a16:creationId xmlns:a16="http://schemas.microsoft.com/office/drawing/2014/main" id="{FD867331-E67A-ABDD-3D68-C1CA2197762F}"/>
              </a:ext>
            </a:extLst>
          </p:cNvPr>
          <p:cNvSpPr>
            <a:spLocks noGrp="1"/>
          </p:cNvSpPr>
          <p:nvPr>
            <p:ph type="sldNum" sz="quarter" idx="12"/>
          </p:nvPr>
        </p:nvSpPr>
        <p:spPr/>
        <p:txBody>
          <a:bodyPr/>
          <a:lstStyle/>
          <a:p>
            <a:fld id="{3086EA1D-707D-B54C-8FFB-433BD1A27D0B}" type="slidenum">
              <a:rPr lang="en-US" smtClean="0"/>
              <a:pPr/>
              <a:t>9</a:t>
            </a:fld>
            <a:endParaRPr lang="en-US"/>
          </a:p>
        </p:txBody>
      </p:sp>
      <p:cxnSp>
        <p:nvCxnSpPr>
          <p:cNvPr id="3" name="Straight Arrow Connector 2">
            <a:extLst>
              <a:ext uri="{FF2B5EF4-FFF2-40B4-BE49-F238E27FC236}">
                <a16:creationId xmlns:a16="http://schemas.microsoft.com/office/drawing/2014/main" id="{219D7527-4D16-2E55-0680-E0985C08B3C7}"/>
              </a:ext>
            </a:extLst>
          </p:cNvPr>
          <p:cNvCxnSpPr>
            <a:cxnSpLocks/>
          </p:cNvCxnSpPr>
          <p:nvPr/>
        </p:nvCxnSpPr>
        <p:spPr>
          <a:xfrm>
            <a:off x="359833" y="3228510"/>
            <a:ext cx="11218334"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A269A0A-BB88-75F9-DB1F-4E3DBA19F1DE}"/>
              </a:ext>
            </a:extLst>
          </p:cNvPr>
          <p:cNvCxnSpPr>
            <a:cxnSpLocks/>
          </p:cNvCxnSpPr>
          <p:nvPr/>
        </p:nvCxnSpPr>
        <p:spPr>
          <a:xfrm>
            <a:off x="1333585" y="2878667"/>
            <a:ext cx="0" cy="698500"/>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1474356-D8CA-BDD2-51F2-18318A0DE59C}"/>
              </a:ext>
            </a:extLst>
          </p:cNvPr>
          <p:cNvCxnSpPr>
            <a:cxnSpLocks/>
          </p:cNvCxnSpPr>
          <p:nvPr/>
        </p:nvCxnSpPr>
        <p:spPr>
          <a:xfrm>
            <a:off x="2935426" y="2846917"/>
            <a:ext cx="0" cy="698500"/>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DB9C372-E889-9FFA-1C21-B2B0792DE63E}"/>
              </a:ext>
            </a:extLst>
          </p:cNvPr>
          <p:cNvCxnSpPr>
            <a:cxnSpLocks/>
          </p:cNvCxnSpPr>
          <p:nvPr/>
        </p:nvCxnSpPr>
        <p:spPr>
          <a:xfrm>
            <a:off x="10683347" y="2878667"/>
            <a:ext cx="0" cy="698500"/>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548DD0A-2B5D-14F9-8A66-9DB3C35B8031}"/>
              </a:ext>
            </a:extLst>
          </p:cNvPr>
          <p:cNvCxnSpPr>
            <a:cxnSpLocks/>
          </p:cNvCxnSpPr>
          <p:nvPr/>
        </p:nvCxnSpPr>
        <p:spPr>
          <a:xfrm>
            <a:off x="6791935" y="2846917"/>
            <a:ext cx="0" cy="698500"/>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0A93F0E-DBB3-37BE-F59B-B9C188B50965}"/>
              </a:ext>
            </a:extLst>
          </p:cNvPr>
          <p:cNvCxnSpPr>
            <a:cxnSpLocks/>
          </p:cNvCxnSpPr>
          <p:nvPr/>
        </p:nvCxnSpPr>
        <p:spPr>
          <a:xfrm>
            <a:off x="4648010" y="2804584"/>
            <a:ext cx="0" cy="698500"/>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2597010-8BEB-B325-FBB9-340D2970356E}"/>
              </a:ext>
            </a:extLst>
          </p:cNvPr>
          <p:cNvCxnSpPr>
            <a:cxnSpLocks/>
          </p:cNvCxnSpPr>
          <p:nvPr/>
        </p:nvCxnSpPr>
        <p:spPr>
          <a:xfrm>
            <a:off x="9137760" y="2846917"/>
            <a:ext cx="0" cy="698500"/>
          </a:xfrm>
          <a:prstGeom prst="straightConnector1">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D7D411B-666A-91B6-B040-AB31A8D53FE6}"/>
              </a:ext>
            </a:extLst>
          </p:cNvPr>
          <p:cNvSpPr txBox="1"/>
          <p:nvPr/>
        </p:nvSpPr>
        <p:spPr>
          <a:xfrm>
            <a:off x="987176" y="2297372"/>
            <a:ext cx="692818" cy="369332"/>
          </a:xfrm>
          <a:prstGeom prst="rect">
            <a:avLst/>
          </a:prstGeom>
          <a:noFill/>
        </p:spPr>
        <p:txBody>
          <a:bodyPr wrap="none" rtlCol="0">
            <a:spAutoFit/>
          </a:bodyPr>
          <a:lstStyle/>
          <a:p>
            <a:r>
              <a:rPr lang="en-US" dirty="0"/>
              <a:t>3/29</a:t>
            </a:r>
          </a:p>
        </p:txBody>
      </p:sp>
      <p:sp>
        <p:nvSpPr>
          <p:cNvPr id="9" name="TextBox 8">
            <a:extLst>
              <a:ext uri="{FF2B5EF4-FFF2-40B4-BE49-F238E27FC236}">
                <a16:creationId xmlns:a16="http://schemas.microsoft.com/office/drawing/2014/main" id="{FDE4348F-A7A9-8DC5-E57B-CEB522E997FF}"/>
              </a:ext>
            </a:extLst>
          </p:cNvPr>
          <p:cNvSpPr txBox="1"/>
          <p:nvPr/>
        </p:nvSpPr>
        <p:spPr>
          <a:xfrm>
            <a:off x="588951" y="3705999"/>
            <a:ext cx="1489267" cy="923330"/>
          </a:xfrm>
          <a:prstGeom prst="rect">
            <a:avLst/>
          </a:prstGeom>
          <a:noFill/>
        </p:spPr>
        <p:txBody>
          <a:bodyPr wrap="square">
            <a:spAutoFit/>
          </a:bodyPr>
          <a:lstStyle/>
          <a:p>
            <a:pPr algn="ctr"/>
            <a:r>
              <a:rPr lang="en-US" dirty="0"/>
              <a:t>Finalize and Submit Proposal</a:t>
            </a:r>
          </a:p>
        </p:txBody>
      </p:sp>
      <p:sp>
        <p:nvSpPr>
          <p:cNvPr id="10" name="TextBox 9">
            <a:extLst>
              <a:ext uri="{FF2B5EF4-FFF2-40B4-BE49-F238E27FC236}">
                <a16:creationId xmlns:a16="http://schemas.microsoft.com/office/drawing/2014/main" id="{177CC6CF-1C11-9605-44F6-1E8DF524CD20}"/>
              </a:ext>
            </a:extLst>
          </p:cNvPr>
          <p:cNvSpPr txBox="1"/>
          <p:nvPr/>
        </p:nvSpPr>
        <p:spPr>
          <a:xfrm>
            <a:off x="2277233" y="2313595"/>
            <a:ext cx="1316386" cy="369332"/>
          </a:xfrm>
          <a:prstGeom prst="rect">
            <a:avLst/>
          </a:prstGeom>
          <a:noFill/>
        </p:spPr>
        <p:txBody>
          <a:bodyPr wrap="none" rtlCol="0">
            <a:spAutoFit/>
          </a:bodyPr>
          <a:lstStyle/>
          <a:p>
            <a:r>
              <a:rPr lang="en-US" dirty="0"/>
              <a:t>3/30 – 4/4</a:t>
            </a:r>
          </a:p>
        </p:txBody>
      </p:sp>
      <p:sp>
        <p:nvSpPr>
          <p:cNvPr id="12" name="TextBox 11">
            <a:extLst>
              <a:ext uri="{FF2B5EF4-FFF2-40B4-BE49-F238E27FC236}">
                <a16:creationId xmlns:a16="http://schemas.microsoft.com/office/drawing/2014/main" id="{AF17D3C4-894B-F70F-0DC9-652B87DEBD56}"/>
              </a:ext>
            </a:extLst>
          </p:cNvPr>
          <p:cNvSpPr txBox="1"/>
          <p:nvPr/>
        </p:nvSpPr>
        <p:spPr>
          <a:xfrm>
            <a:off x="2190792" y="3699320"/>
            <a:ext cx="1489267" cy="646331"/>
          </a:xfrm>
          <a:prstGeom prst="rect">
            <a:avLst/>
          </a:prstGeom>
          <a:noFill/>
        </p:spPr>
        <p:txBody>
          <a:bodyPr wrap="square">
            <a:spAutoFit/>
          </a:bodyPr>
          <a:lstStyle/>
          <a:p>
            <a:pPr algn="ctr"/>
            <a:r>
              <a:rPr lang="en-US" dirty="0"/>
              <a:t>Print Models and Dry Run</a:t>
            </a:r>
          </a:p>
        </p:txBody>
      </p:sp>
      <p:sp>
        <p:nvSpPr>
          <p:cNvPr id="13" name="TextBox 12">
            <a:extLst>
              <a:ext uri="{FF2B5EF4-FFF2-40B4-BE49-F238E27FC236}">
                <a16:creationId xmlns:a16="http://schemas.microsoft.com/office/drawing/2014/main" id="{B899F733-637B-5EB4-0022-F46829860740}"/>
              </a:ext>
            </a:extLst>
          </p:cNvPr>
          <p:cNvSpPr txBox="1"/>
          <p:nvPr/>
        </p:nvSpPr>
        <p:spPr>
          <a:xfrm>
            <a:off x="3989817" y="2271262"/>
            <a:ext cx="1312219" cy="369332"/>
          </a:xfrm>
          <a:prstGeom prst="rect">
            <a:avLst/>
          </a:prstGeom>
          <a:noFill/>
        </p:spPr>
        <p:txBody>
          <a:bodyPr wrap="none" rtlCol="0">
            <a:spAutoFit/>
          </a:bodyPr>
          <a:lstStyle/>
          <a:p>
            <a:r>
              <a:rPr lang="en-US" dirty="0"/>
              <a:t>4/6 – 4/11</a:t>
            </a:r>
          </a:p>
        </p:txBody>
      </p:sp>
      <p:sp>
        <p:nvSpPr>
          <p:cNvPr id="14" name="TextBox 13">
            <a:extLst>
              <a:ext uri="{FF2B5EF4-FFF2-40B4-BE49-F238E27FC236}">
                <a16:creationId xmlns:a16="http://schemas.microsoft.com/office/drawing/2014/main" id="{F611609A-2182-9E81-4114-3543D5F7851E}"/>
              </a:ext>
            </a:extLst>
          </p:cNvPr>
          <p:cNvSpPr txBox="1"/>
          <p:nvPr/>
        </p:nvSpPr>
        <p:spPr>
          <a:xfrm>
            <a:off x="3901292" y="3699320"/>
            <a:ext cx="1489267" cy="646331"/>
          </a:xfrm>
          <a:prstGeom prst="rect">
            <a:avLst/>
          </a:prstGeom>
          <a:noFill/>
        </p:spPr>
        <p:txBody>
          <a:bodyPr wrap="square">
            <a:spAutoFit/>
          </a:bodyPr>
          <a:lstStyle/>
          <a:p>
            <a:pPr algn="ctr"/>
            <a:r>
              <a:rPr lang="en-US" dirty="0"/>
              <a:t>Run Tests, Collect Data</a:t>
            </a:r>
          </a:p>
        </p:txBody>
      </p:sp>
      <p:sp>
        <p:nvSpPr>
          <p:cNvPr id="15" name="TextBox 14">
            <a:extLst>
              <a:ext uri="{FF2B5EF4-FFF2-40B4-BE49-F238E27FC236}">
                <a16:creationId xmlns:a16="http://schemas.microsoft.com/office/drawing/2014/main" id="{C710CFF3-678A-FEDD-0D7C-9520B813D963}"/>
              </a:ext>
            </a:extLst>
          </p:cNvPr>
          <p:cNvSpPr txBox="1"/>
          <p:nvPr/>
        </p:nvSpPr>
        <p:spPr>
          <a:xfrm>
            <a:off x="6135825" y="2204794"/>
            <a:ext cx="1447384" cy="369332"/>
          </a:xfrm>
          <a:prstGeom prst="rect">
            <a:avLst/>
          </a:prstGeom>
          <a:noFill/>
        </p:spPr>
        <p:txBody>
          <a:bodyPr wrap="none" rtlCol="0">
            <a:spAutoFit/>
          </a:bodyPr>
          <a:lstStyle/>
          <a:p>
            <a:r>
              <a:rPr lang="en-US" dirty="0"/>
              <a:t>4/13 – 4/18</a:t>
            </a:r>
          </a:p>
        </p:txBody>
      </p:sp>
      <p:sp>
        <p:nvSpPr>
          <p:cNvPr id="16" name="TextBox 15">
            <a:extLst>
              <a:ext uri="{FF2B5EF4-FFF2-40B4-BE49-F238E27FC236}">
                <a16:creationId xmlns:a16="http://schemas.microsoft.com/office/drawing/2014/main" id="{CCCDA7EA-F7E6-2AFF-C3BA-68B2E6E957EE}"/>
              </a:ext>
            </a:extLst>
          </p:cNvPr>
          <p:cNvSpPr txBox="1"/>
          <p:nvPr/>
        </p:nvSpPr>
        <p:spPr>
          <a:xfrm>
            <a:off x="6047301" y="3705999"/>
            <a:ext cx="1489267" cy="1200329"/>
          </a:xfrm>
          <a:prstGeom prst="rect">
            <a:avLst/>
          </a:prstGeom>
          <a:noFill/>
        </p:spPr>
        <p:txBody>
          <a:bodyPr wrap="square">
            <a:spAutoFit/>
          </a:bodyPr>
          <a:lstStyle/>
          <a:p>
            <a:pPr algn="ctr"/>
            <a:r>
              <a:rPr lang="en-US" dirty="0"/>
              <a:t>Data Processing, Presentation Writing</a:t>
            </a:r>
          </a:p>
        </p:txBody>
      </p:sp>
      <p:sp>
        <p:nvSpPr>
          <p:cNvPr id="17" name="TextBox 16">
            <a:extLst>
              <a:ext uri="{FF2B5EF4-FFF2-40B4-BE49-F238E27FC236}">
                <a16:creationId xmlns:a16="http://schemas.microsoft.com/office/drawing/2014/main" id="{22B40F34-DE94-FAA3-6FB0-EC6D04140633}"/>
              </a:ext>
            </a:extLst>
          </p:cNvPr>
          <p:cNvSpPr txBox="1"/>
          <p:nvPr/>
        </p:nvSpPr>
        <p:spPr>
          <a:xfrm>
            <a:off x="8414068" y="2264990"/>
            <a:ext cx="1447384" cy="369332"/>
          </a:xfrm>
          <a:prstGeom prst="rect">
            <a:avLst/>
          </a:prstGeom>
          <a:noFill/>
        </p:spPr>
        <p:txBody>
          <a:bodyPr wrap="none" rtlCol="0">
            <a:spAutoFit/>
          </a:bodyPr>
          <a:lstStyle/>
          <a:p>
            <a:r>
              <a:rPr lang="en-US" dirty="0"/>
              <a:t>4/13 – 4/18</a:t>
            </a:r>
          </a:p>
        </p:txBody>
      </p:sp>
      <p:sp>
        <p:nvSpPr>
          <p:cNvPr id="19" name="TextBox 18">
            <a:extLst>
              <a:ext uri="{FF2B5EF4-FFF2-40B4-BE49-F238E27FC236}">
                <a16:creationId xmlns:a16="http://schemas.microsoft.com/office/drawing/2014/main" id="{51578710-14B8-8665-6427-7F93074604C5}"/>
              </a:ext>
            </a:extLst>
          </p:cNvPr>
          <p:cNvSpPr txBox="1"/>
          <p:nvPr/>
        </p:nvSpPr>
        <p:spPr>
          <a:xfrm>
            <a:off x="8372185" y="3758012"/>
            <a:ext cx="1489267" cy="923330"/>
          </a:xfrm>
          <a:prstGeom prst="rect">
            <a:avLst/>
          </a:prstGeom>
          <a:noFill/>
        </p:spPr>
        <p:txBody>
          <a:bodyPr wrap="square">
            <a:spAutoFit/>
          </a:bodyPr>
          <a:lstStyle/>
          <a:p>
            <a:pPr algn="ctr"/>
            <a:r>
              <a:rPr lang="en-US" dirty="0"/>
              <a:t>Presentation, Report Writing</a:t>
            </a:r>
          </a:p>
        </p:txBody>
      </p:sp>
      <p:sp>
        <p:nvSpPr>
          <p:cNvPr id="20" name="TextBox 19">
            <a:extLst>
              <a:ext uri="{FF2B5EF4-FFF2-40B4-BE49-F238E27FC236}">
                <a16:creationId xmlns:a16="http://schemas.microsoft.com/office/drawing/2014/main" id="{68D57956-2C76-0C18-9764-50CC46B1F13F}"/>
              </a:ext>
            </a:extLst>
          </p:cNvPr>
          <p:cNvSpPr txBox="1"/>
          <p:nvPr/>
        </p:nvSpPr>
        <p:spPr>
          <a:xfrm>
            <a:off x="9959655" y="2264990"/>
            <a:ext cx="1440651" cy="369332"/>
          </a:xfrm>
          <a:prstGeom prst="rect">
            <a:avLst/>
          </a:prstGeom>
          <a:noFill/>
        </p:spPr>
        <p:txBody>
          <a:bodyPr wrap="none" rtlCol="0">
            <a:spAutoFit/>
          </a:bodyPr>
          <a:lstStyle/>
          <a:p>
            <a:r>
              <a:rPr lang="en-US" dirty="0"/>
              <a:t>4/27 – 5/02</a:t>
            </a:r>
          </a:p>
        </p:txBody>
      </p:sp>
      <p:sp>
        <p:nvSpPr>
          <p:cNvPr id="21" name="TextBox 20">
            <a:extLst>
              <a:ext uri="{FF2B5EF4-FFF2-40B4-BE49-F238E27FC236}">
                <a16:creationId xmlns:a16="http://schemas.microsoft.com/office/drawing/2014/main" id="{CAF97943-59C0-BBC9-93B5-BF3845CBBC4C}"/>
              </a:ext>
            </a:extLst>
          </p:cNvPr>
          <p:cNvSpPr txBox="1"/>
          <p:nvPr/>
        </p:nvSpPr>
        <p:spPr>
          <a:xfrm>
            <a:off x="9903810" y="3816427"/>
            <a:ext cx="1489267" cy="646331"/>
          </a:xfrm>
          <a:prstGeom prst="rect">
            <a:avLst/>
          </a:prstGeom>
          <a:noFill/>
        </p:spPr>
        <p:txBody>
          <a:bodyPr wrap="square">
            <a:spAutoFit/>
          </a:bodyPr>
          <a:lstStyle/>
          <a:p>
            <a:pPr algn="ctr"/>
            <a:r>
              <a:rPr lang="en-US" dirty="0"/>
              <a:t>Final Report Submission</a:t>
            </a:r>
          </a:p>
        </p:txBody>
      </p:sp>
    </p:spTree>
    <p:extLst>
      <p:ext uri="{BB962C8B-B14F-4D97-AF65-F5344CB8AC3E}">
        <p14:creationId xmlns:p14="http://schemas.microsoft.com/office/powerpoint/2010/main" val="1195036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B4526-485C-2D64-0160-52E537A1186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19F3716-8EC8-929D-CF3A-188E79D9EA0C}"/>
              </a:ext>
            </a:extLst>
          </p:cNvPr>
          <p:cNvSpPr>
            <a:spLocks noGrp="1"/>
          </p:cNvSpPr>
          <p:nvPr>
            <p:ph type="body" sz="quarter" idx="10"/>
          </p:nvPr>
        </p:nvSpPr>
        <p:spPr>
          <a:xfrm>
            <a:off x="457199" y="974036"/>
            <a:ext cx="11266713" cy="5023994"/>
          </a:xfrm>
        </p:spPr>
        <p:txBody>
          <a:bodyPr/>
          <a:lstStyle/>
          <a:p>
            <a:pPr marL="285750" indent="-285750">
              <a:buFont typeface="Arial" panose="020B0604020202020204" pitchFamily="34" charset="0"/>
              <a:buChar char="•"/>
            </a:pPr>
            <a:r>
              <a:rPr lang="en-US" dirty="0"/>
              <a:t>Gordon, C. C. (2006). </a:t>
            </a:r>
            <a:r>
              <a:rPr lang="en-US" i="1" dirty="0"/>
              <a:t>Anthropometric Data</a:t>
            </a:r>
            <a:r>
              <a:rPr lang="en-US" dirty="0"/>
              <a:t>. </a:t>
            </a:r>
            <a:r>
              <a:rPr lang="en-US" dirty="0">
                <a:hlinkClick r:id="rId3"/>
              </a:rPr>
              <a:t>https://multisite.eos.ncsu.edu/www-ergocenter-ncsu-edu/wp-content/uploads/sites/18/2016/06/Anthropometric-Detailed-Data-Tables.pdf</a:t>
            </a:r>
            <a:r>
              <a:rPr lang="en-US" dirty="0"/>
              <a:t> </a:t>
            </a:r>
          </a:p>
          <a:p>
            <a:pPr marL="285750" indent="-285750">
              <a:buFont typeface="Arial" panose="020B0604020202020204" pitchFamily="34" charset="0"/>
              <a:buChar char="•"/>
            </a:pPr>
            <a:r>
              <a:rPr lang="en-US" dirty="0"/>
              <a:t>Leishman, J. G. (2023a, January 1). </a:t>
            </a:r>
            <a:r>
              <a:rPr lang="en-US" i="1" dirty="0"/>
              <a:t>Bluff body flows</a:t>
            </a:r>
            <a:r>
              <a:rPr lang="en-US" dirty="0"/>
              <a:t>. Introduction to Aerospace Flight Vehicles. </a:t>
            </a:r>
            <a:r>
              <a:rPr lang="en-US" dirty="0">
                <a:hlinkClick r:id="rId4"/>
              </a:rPr>
              <a:t>https://eaglepubs.erau.edu/introductiontoaerospaceflightvehicles/chapter/bluff-body-flows/</a:t>
            </a:r>
            <a:r>
              <a:rPr lang="en-US" dirty="0"/>
              <a:t> </a:t>
            </a:r>
          </a:p>
          <a:p>
            <a:pPr marL="285750" indent="-285750">
              <a:buFont typeface="Arial" panose="020B0604020202020204" pitchFamily="34" charset="0"/>
              <a:buChar char="•"/>
            </a:pPr>
            <a:r>
              <a:rPr lang="en-US" dirty="0"/>
              <a:t>U.S. Department of Labor, Occupational Safety and Health Administration. (n.d.). </a:t>
            </a:r>
            <a:r>
              <a:rPr lang="en-US" i="1" dirty="0"/>
              <a:t>Electric power transmission and distribution—Mechanical equipment (§ 1926.968)</a:t>
            </a:r>
            <a:r>
              <a:rPr lang="en-US" dirty="0"/>
              <a:t>. In </a:t>
            </a:r>
            <a:r>
              <a:rPr lang="en-US" i="1" dirty="0"/>
              <a:t>29 C.F.R. Part 1926, Subpart V</a:t>
            </a:r>
            <a:r>
              <a:rPr lang="en-US" dirty="0"/>
              <a:t>. Electronic Code of Federal Regulations. </a:t>
            </a:r>
            <a:r>
              <a:rPr lang="en-US" dirty="0">
                <a:hlinkClick r:id="rId5"/>
              </a:rPr>
              <a:t>https://www.ecfr.gov/current/title-29/section-1926.968</a:t>
            </a:r>
            <a:endParaRPr lang="en-US" dirty="0"/>
          </a:p>
        </p:txBody>
      </p:sp>
      <p:sp>
        <p:nvSpPr>
          <p:cNvPr id="4" name="Title 3">
            <a:extLst>
              <a:ext uri="{FF2B5EF4-FFF2-40B4-BE49-F238E27FC236}">
                <a16:creationId xmlns:a16="http://schemas.microsoft.com/office/drawing/2014/main" id="{420234B8-BF85-9FB6-1297-9274BEE85EC3}"/>
              </a:ext>
            </a:extLst>
          </p:cNvPr>
          <p:cNvSpPr>
            <a:spLocks noGrp="1"/>
          </p:cNvSpPr>
          <p:nvPr>
            <p:ph type="title"/>
          </p:nvPr>
        </p:nvSpPr>
        <p:spPr/>
        <p:txBody>
          <a:bodyPr>
            <a:normAutofit fontScale="90000"/>
          </a:bodyPr>
          <a:lstStyle/>
          <a:p>
            <a:r>
              <a:rPr lang="en-US" dirty="0"/>
              <a:t>References</a:t>
            </a:r>
          </a:p>
        </p:txBody>
      </p:sp>
      <p:sp>
        <p:nvSpPr>
          <p:cNvPr id="5" name="Slide Number Placeholder 4">
            <a:extLst>
              <a:ext uri="{FF2B5EF4-FFF2-40B4-BE49-F238E27FC236}">
                <a16:creationId xmlns:a16="http://schemas.microsoft.com/office/drawing/2014/main" id="{349A041E-1133-AEC4-783D-704B9A50FE6D}"/>
              </a:ext>
            </a:extLst>
          </p:cNvPr>
          <p:cNvSpPr>
            <a:spLocks noGrp="1"/>
          </p:cNvSpPr>
          <p:nvPr>
            <p:ph type="sldNum" sz="quarter" idx="12"/>
          </p:nvPr>
        </p:nvSpPr>
        <p:spPr/>
        <p:txBody>
          <a:bodyPr/>
          <a:lstStyle/>
          <a:p>
            <a:fld id="{3086EA1D-707D-B54C-8FFB-433BD1A27D0B}" type="slidenum">
              <a:rPr lang="en-US" smtClean="0"/>
              <a:pPr/>
              <a:t>10</a:t>
            </a:fld>
            <a:endParaRPr lang="en-US"/>
          </a:p>
        </p:txBody>
      </p:sp>
    </p:spTree>
    <p:extLst>
      <p:ext uri="{BB962C8B-B14F-4D97-AF65-F5344CB8AC3E}">
        <p14:creationId xmlns:p14="http://schemas.microsoft.com/office/powerpoint/2010/main" val="2507212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EF0C9-87F0-1B70-95BE-983A2121970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04301BD-9E2D-94BB-300B-53E2D8824E10}"/>
              </a:ext>
            </a:extLst>
          </p:cNvPr>
          <p:cNvSpPr>
            <a:spLocks noGrp="1"/>
          </p:cNvSpPr>
          <p:nvPr>
            <p:ph type="body" sz="quarter" idx="10"/>
          </p:nvPr>
        </p:nvSpPr>
        <p:spPr/>
        <p:txBody>
          <a:bodyPr/>
          <a:lstStyle/>
          <a:p>
            <a:r>
              <a:rPr lang="en-US" dirty="0"/>
              <a:t>Question &amp; Answer</a:t>
            </a:r>
          </a:p>
        </p:txBody>
      </p:sp>
    </p:spTree>
    <p:extLst>
      <p:ext uri="{BB962C8B-B14F-4D97-AF65-F5344CB8AC3E}">
        <p14:creationId xmlns:p14="http://schemas.microsoft.com/office/powerpoint/2010/main" val="2230139051"/>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MM-23-645083-Purdue-Alt-Widescreen-20231110" id="{F218E956-3EF7-C74B-B913-ECEA98BCBD3B}" vid="{FE519D9E-70B6-014C-84F2-2F94F9874F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8386</TotalTime>
  <Words>1034</Words>
  <Application>Microsoft Office PowerPoint</Application>
  <PresentationFormat>Widescreen</PresentationFormat>
  <Paragraphs>127</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Franklin Gothic Book</vt:lpstr>
      <vt:lpstr>Franklin Gothic Medium</vt:lpstr>
      <vt:lpstr>Wingdings</vt:lpstr>
      <vt:lpstr>Cambria Math</vt:lpstr>
      <vt:lpstr>Franklin Gothic Medium Cond</vt:lpstr>
      <vt:lpstr>Arial</vt:lpstr>
      <vt:lpstr>Calibri</vt:lpstr>
      <vt:lpstr>Acumin Pro</vt:lpstr>
      <vt:lpstr>Office Theme</vt:lpstr>
      <vt:lpstr>Ease and Safety of Walking in Wind</vt:lpstr>
      <vt:lpstr>Background &amp; Motivation </vt:lpstr>
      <vt:lpstr>Objectives </vt:lpstr>
      <vt:lpstr>Experiment Facility </vt:lpstr>
      <vt:lpstr>Test Model </vt:lpstr>
      <vt:lpstr>Instrumentation</vt:lpstr>
      <vt:lpstr>Test Plan</vt:lpstr>
      <vt:lpstr>Anticipated Results </vt:lpstr>
      <vt:lpstr>Timeline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Anilkumar</dc:creator>
  <cp:lastModifiedBy>Hongrui Luo</cp:lastModifiedBy>
  <cp:revision>5</cp:revision>
  <dcterms:created xsi:type="dcterms:W3CDTF">2022-10-27T12:01:25Z</dcterms:created>
  <dcterms:modified xsi:type="dcterms:W3CDTF">2026-03-26T23:39:03Z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7606f69-b0ae-4874-be30-7d43a3c7be10_Enabled">
    <vt:lpwstr>true</vt:lpwstr>
  </property>
  <property fmtid="{D5CDD505-2E9C-101B-9397-08002B2CF9AE}" pid="3" name="MSIP_Label_f7606f69-b0ae-4874-be30-7d43a3c7be10_SetDate">
    <vt:lpwstr>2025-04-08T15:19:16Z</vt:lpwstr>
  </property>
  <property fmtid="{D5CDD505-2E9C-101B-9397-08002B2CF9AE}" pid="4" name="MSIP_Label_f7606f69-b0ae-4874-be30-7d43a3c7be10_Method">
    <vt:lpwstr>Standard</vt:lpwstr>
  </property>
  <property fmtid="{D5CDD505-2E9C-101B-9397-08002B2CF9AE}" pid="5" name="MSIP_Label_f7606f69-b0ae-4874-be30-7d43a3c7be10_Name">
    <vt:lpwstr>defa4170-0d19-0005-0001-bc88714345d2</vt:lpwstr>
  </property>
  <property fmtid="{D5CDD505-2E9C-101B-9397-08002B2CF9AE}" pid="6" name="MSIP_Label_f7606f69-b0ae-4874-be30-7d43a3c7be10_SiteId">
    <vt:lpwstr>4130bd39-7c53-419c-b1e5-8758d6d63f21</vt:lpwstr>
  </property>
  <property fmtid="{D5CDD505-2E9C-101B-9397-08002B2CF9AE}" pid="7" name="MSIP_Label_f7606f69-b0ae-4874-be30-7d43a3c7be10_ActionId">
    <vt:lpwstr>4ff80115-9f20-4afb-95c0-4923783491da</vt:lpwstr>
  </property>
  <property fmtid="{D5CDD505-2E9C-101B-9397-08002B2CF9AE}" pid="8" name="MSIP_Label_f7606f69-b0ae-4874-be30-7d43a3c7be10_ContentBits">
    <vt:lpwstr>0</vt:lpwstr>
  </property>
  <property fmtid="{D5CDD505-2E9C-101B-9397-08002B2CF9AE}" pid="9" name="MSIP_Label_f7606f69-b0ae-4874-be30-7d43a3c7be10_Tag">
    <vt:lpwstr>50, 3, 0, 1</vt:lpwstr>
  </property>
</Properties>
</file>