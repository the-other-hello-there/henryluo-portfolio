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21"/>
  </p:notesMasterIdLst>
  <p:sldIdLst>
    <p:sldId id="256" r:id="rId2"/>
    <p:sldId id="257" r:id="rId3"/>
    <p:sldId id="265" r:id="rId4"/>
    <p:sldId id="259" r:id="rId5"/>
    <p:sldId id="260" r:id="rId6"/>
    <p:sldId id="266" r:id="rId7"/>
    <p:sldId id="268" r:id="rId8"/>
    <p:sldId id="261" r:id="rId9"/>
    <p:sldId id="262" r:id="rId10"/>
    <p:sldId id="277" r:id="rId11"/>
    <p:sldId id="263" r:id="rId12"/>
    <p:sldId id="273" r:id="rId13"/>
    <p:sldId id="271" r:id="rId14"/>
    <p:sldId id="278" r:id="rId15"/>
    <p:sldId id="274" r:id="rId16"/>
    <p:sldId id="270" r:id="rId17"/>
    <p:sldId id="272" r:id="rId18"/>
    <p:sldId id="275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261563-AF3F-4AD9-A24B-252FF358AD19}">
          <p14:sldIdLst>
            <p14:sldId id="256"/>
          </p14:sldIdLst>
        </p14:section>
        <p14:section name="Introduction" id="{B5B4D849-7937-40A2-B8FB-F456B5E3A5EB}">
          <p14:sldIdLst>
            <p14:sldId id="257"/>
            <p14:sldId id="265"/>
          </p14:sldIdLst>
        </p14:section>
        <p14:section name="Method" id="{23C4DFAD-F4C6-4403-BA53-B45263E3EFAE}">
          <p14:sldIdLst>
            <p14:sldId id="259"/>
            <p14:sldId id="260"/>
            <p14:sldId id="266"/>
            <p14:sldId id="268"/>
          </p14:sldIdLst>
        </p14:section>
        <p14:section name="Analysis" id="{790B4A2B-6C45-4A84-9406-45D05DD85A1D}">
          <p14:sldIdLst>
            <p14:sldId id="261"/>
            <p14:sldId id="262"/>
            <p14:sldId id="277"/>
            <p14:sldId id="263"/>
            <p14:sldId id="273"/>
          </p14:sldIdLst>
        </p14:section>
        <p14:section name="Results/Discussion" id="{C335B641-C645-453C-AEFF-48820710EE34}">
          <p14:sldIdLst>
            <p14:sldId id="271"/>
            <p14:sldId id="278"/>
            <p14:sldId id="274"/>
            <p14:sldId id="270"/>
            <p14:sldId id="272"/>
            <p14:sldId id="275"/>
            <p14:sldId id="264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3C9BB2-C203-F451-5AFC-106D1CCA2104}" name="Amelia Grace Rinaldi" initials="AR" userId="S::arinald@purdue.edu::1617b862-8c79-483d-af9c-4540220076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4F955-201F-FA12-08DE-3D5459FE5569}" v="835" dt="2026-04-21T23:08:50.363"/>
    <p1510:client id="{755C7E91-9D59-805F-DFC8-C31BE36B32D7}" v="841" dt="2026-04-21T22:07:56.997"/>
    <p1510:client id="{78A1E789-A5B7-48CC-9D97-20F110AEDD57}" v="612" dt="2026-04-20T19:21:06.497"/>
    <p1510:client id="{A7AA8AD4-F62D-4CEF-1B99-A57B38C4B5BF}" v="435" dt="2026-04-21T23:15:07.380"/>
    <p1510:client id="{CB57A0AF-3207-4591-8989-8D734D6E4014}" v="215" dt="2026-04-21T23:03:06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Hammarskjold" userId="S::shammars@purdue.edu::12af6a2f-d4c0-476a-b439-52b5013a1cce" providerId="AD" clId="Web-{EE7C17BC-C11B-39D0-18E5-08BAE6DED84D}"/>
    <pc:docChg chg="modSld">
      <pc:chgData name="Sophia Hammarskjold" userId="S::shammars@purdue.edu::12af6a2f-d4c0-476a-b439-52b5013a1cce" providerId="AD" clId="Web-{EE7C17BC-C11B-39D0-18E5-08BAE6DED84D}" dt="2026-03-25T16:10:06.869" v="2" actId="20577"/>
      <pc:docMkLst>
        <pc:docMk/>
      </pc:docMkLst>
      <pc:sldChg chg="modSp">
        <pc:chgData name="Sophia Hammarskjold" userId="S::shammars@purdue.edu::12af6a2f-d4c0-476a-b439-52b5013a1cce" providerId="AD" clId="Web-{EE7C17BC-C11B-39D0-18E5-08BAE6DED84D}" dt="2026-03-25T16:10:06.869" v="2" actId="20577"/>
        <pc:sldMkLst>
          <pc:docMk/>
          <pc:sldMk cId="1411641973" sldId="270"/>
        </pc:sldMkLst>
        <pc:spChg chg="mod">
          <ac:chgData name="Sophia Hammarskjold" userId="S::shammars@purdue.edu::12af6a2f-d4c0-476a-b439-52b5013a1cce" providerId="AD" clId="Web-{EE7C17BC-C11B-39D0-18E5-08BAE6DED84D}" dt="2026-03-25T16:10:06.869" v="2" actId="20577"/>
          <ac:spMkLst>
            <pc:docMk/>
            <pc:sldMk cId="1411641973" sldId="270"/>
            <ac:spMk id="3" creationId="{2043CC04-6F4B-A855-2B30-02033A6AFB47}"/>
          </ac:spMkLst>
        </pc:spChg>
      </pc:sldChg>
    </pc:docChg>
  </pc:docChgLst>
  <pc:docChgLst>
    <pc:chgData name="Hongrui Luo" userId="8b37276b-23cd-4afb-a6b0-b621cb8e1ca7" providerId="ADAL" clId="{7315937C-F604-412E-8B27-68A5CF011A3C}"/>
    <pc:docChg chg="undo custSel modSld">
      <pc:chgData name="Hongrui Luo" userId="8b37276b-23cd-4afb-a6b0-b621cb8e1ca7" providerId="ADAL" clId="{7315937C-F604-412E-8B27-68A5CF011A3C}" dt="2026-03-25T16:31:27.101" v="2816" actId="12"/>
      <pc:docMkLst>
        <pc:docMk/>
      </pc:docMkLst>
      <pc:sldChg chg="addSp modSp mod">
        <pc:chgData name="Hongrui Luo" userId="8b37276b-23cd-4afb-a6b0-b621cb8e1ca7" providerId="ADAL" clId="{7315937C-F604-412E-8B27-68A5CF011A3C}" dt="2026-03-25T15:53:36.961" v="2478" actId="14100"/>
        <pc:sldMkLst>
          <pc:docMk/>
          <pc:sldMk cId="109857222" sldId="256"/>
        </pc:sldMkLst>
        <pc:spChg chg="add mod">
          <ac:chgData name="Hongrui Luo" userId="8b37276b-23cd-4afb-a6b0-b621cb8e1ca7" providerId="ADAL" clId="{7315937C-F604-412E-8B27-68A5CF011A3C}" dt="2026-03-25T15:53:36.961" v="2478" actId="14100"/>
          <ac:spMkLst>
            <pc:docMk/>
            <pc:sldMk cId="109857222" sldId="256"/>
            <ac:spMk id="4" creationId="{5D815DE6-6850-2FD8-A26E-D5E88DCF456D}"/>
          </ac:spMkLst>
        </pc:spChg>
      </pc:sldChg>
      <pc:sldChg chg="addSp modSp">
        <pc:chgData name="Hongrui Luo" userId="8b37276b-23cd-4afb-a6b0-b621cb8e1ca7" providerId="ADAL" clId="{7315937C-F604-412E-8B27-68A5CF011A3C}" dt="2026-03-25T15:53:40.669" v="2479"/>
        <pc:sldMkLst>
          <pc:docMk/>
          <pc:sldMk cId="3258932340" sldId="257"/>
        </pc:sldMkLst>
        <pc:spChg chg="add mod">
          <ac:chgData name="Hongrui Luo" userId="8b37276b-23cd-4afb-a6b0-b621cb8e1ca7" providerId="ADAL" clId="{7315937C-F604-412E-8B27-68A5CF011A3C}" dt="2026-03-25T15:53:40.669" v="2479"/>
          <ac:spMkLst>
            <pc:docMk/>
            <pc:sldMk cId="3258932340" sldId="257"/>
            <ac:spMk id="3" creationId="{71E3FBEA-03C7-25B2-6FD3-90821F3E2A1F}"/>
          </ac:spMkLst>
        </pc:spChg>
      </pc:sldChg>
      <pc:sldChg chg="addSp modSp mod">
        <pc:chgData name="Hongrui Luo" userId="8b37276b-23cd-4afb-a6b0-b621cb8e1ca7" providerId="ADAL" clId="{7315937C-F604-412E-8B27-68A5CF011A3C}" dt="2026-03-25T15:53:44.898" v="2482" actId="1036"/>
        <pc:sldMkLst>
          <pc:docMk/>
          <pc:sldMk cId="3127736104" sldId="259"/>
        </pc:sldMkLst>
        <pc:spChg chg="add mod">
          <ac:chgData name="Hongrui Luo" userId="8b37276b-23cd-4afb-a6b0-b621cb8e1ca7" providerId="ADAL" clId="{7315937C-F604-412E-8B27-68A5CF011A3C}" dt="2026-03-25T15:53:44.898" v="2482" actId="1036"/>
          <ac:spMkLst>
            <pc:docMk/>
            <pc:sldMk cId="3127736104" sldId="259"/>
            <ac:spMk id="4" creationId="{47FEF3AD-D598-DD8D-6233-52B017C40496}"/>
          </ac:spMkLst>
        </pc:spChg>
      </pc:sldChg>
      <pc:sldChg chg="addSp modSp mod">
        <pc:chgData name="Hongrui Luo" userId="8b37276b-23cd-4afb-a6b0-b621cb8e1ca7" providerId="ADAL" clId="{7315937C-F604-412E-8B27-68A5CF011A3C}" dt="2026-03-25T15:53:47.547" v="2483"/>
        <pc:sldMkLst>
          <pc:docMk/>
          <pc:sldMk cId="96694836" sldId="260"/>
        </pc:sldMkLst>
        <pc:spChg chg="mod">
          <ac:chgData name="Hongrui Luo" userId="8b37276b-23cd-4afb-a6b0-b621cb8e1ca7" providerId="ADAL" clId="{7315937C-F604-412E-8B27-68A5CF011A3C}" dt="2026-03-25T15:51:07.281" v="2469" actId="20577"/>
          <ac:spMkLst>
            <pc:docMk/>
            <pc:sldMk cId="96694836" sldId="260"/>
            <ac:spMk id="3" creationId="{B0AFB5E8-F18B-F3DC-EF9B-B14169BEBAFD}"/>
          </ac:spMkLst>
        </pc:spChg>
        <pc:spChg chg="add mod">
          <ac:chgData name="Hongrui Luo" userId="8b37276b-23cd-4afb-a6b0-b621cb8e1ca7" providerId="ADAL" clId="{7315937C-F604-412E-8B27-68A5CF011A3C}" dt="2026-03-25T15:53:47.547" v="2483"/>
          <ac:spMkLst>
            <pc:docMk/>
            <pc:sldMk cId="96694836" sldId="260"/>
            <ac:spMk id="6" creationId="{6397367D-DFA8-0AFF-B543-E90458132132}"/>
          </ac:spMkLst>
        </pc:spChg>
      </pc:sldChg>
      <pc:sldChg chg="addSp modSp mod">
        <pc:chgData name="Hongrui Luo" userId="8b37276b-23cd-4afb-a6b0-b621cb8e1ca7" providerId="ADAL" clId="{7315937C-F604-412E-8B27-68A5CF011A3C}" dt="2026-03-25T15:53:54.084" v="2486"/>
        <pc:sldMkLst>
          <pc:docMk/>
          <pc:sldMk cId="3513621809" sldId="261"/>
        </pc:sldMkLst>
        <pc:spChg chg="add mod">
          <ac:chgData name="Hongrui Luo" userId="8b37276b-23cd-4afb-a6b0-b621cb8e1ca7" providerId="ADAL" clId="{7315937C-F604-412E-8B27-68A5CF011A3C}" dt="2026-03-25T15:53:54.084" v="2486"/>
          <ac:spMkLst>
            <pc:docMk/>
            <pc:sldMk cId="3513621809" sldId="261"/>
            <ac:spMk id="4" creationId="{C811F145-0380-5489-281D-DE877D518929}"/>
          </ac:spMkLst>
        </pc:spChg>
      </pc:sldChg>
      <pc:sldChg chg="addSp modSp mod">
        <pc:chgData name="Hongrui Luo" userId="8b37276b-23cd-4afb-a6b0-b621cb8e1ca7" providerId="ADAL" clId="{7315937C-F604-412E-8B27-68A5CF011A3C}" dt="2026-03-25T16:25:08.910" v="2815" actId="20577"/>
        <pc:sldMkLst>
          <pc:docMk/>
          <pc:sldMk cId="2285522245" sldId="262"/>
        </pc:sldMkLst>
        <pc:spChg chg="mod">
          <ac:chgData name="Hongrui Luo" userId="8b37276b-23cd-4afb-a6b0-b621cb8e1ca7" providerId="ADAL" clId="{7315937C-F604-412E-8B27-68A5CF011A3C}" dt="2026-03-25T16:25:08.910" v="2815" actId="20577"/>
          <ac:spMkLst>
            <pc:docMk/>
            <pc:sldMk cId="2285522245" sldId="262"/>
            <ac:spMk id="3" creationId="{CF1684B0-4819-AE1E-BE76-D8F71D6DE3CF}"/>
          </ac:spMkLst>
        </pc:spChg>
        <pc:spChg chg="add mod">
          <ac:chgData name="Hongrui Luo" userId="8b37276b-23cd-4afb-a6b0-b621cb8e1ca7" providerId="ADAL" clId="{7315937C-F604-412E-8B27-68A5CF011A3C}" dt="2026-03-25T15:53:55.800" v="2487"/>
          <ac:spMkLst>
            <pc:docMk/>
            <pc:sldMk cId="2285522245" sldId="262"/>
            <ac:spMk id="4" creationId="{616DB4AA-706A-1172-0C6F-3C171214E283}"/>
          </ac:spMkLst>
        </pc:spChg>
      </pc:sldChg>
      <pc:sldChg chg="addSp modSp mod">
        <pc:chgData name="Hongrui Luo" userId="8b37276b-23cd-4afb-a6b0-b621cb8e1ca7" providerId="ADAL" clId="{7315937C-F604-412E-8B27-68A5CF011A3C}" dt="2026-03-25T15:53:57.277" v="2488"/>
        <pc:sldMkLst>
          <pc:docMk/>
          <pc:sldMk cId="4291045451" sldId="263"/>
        </pc:sldMkLst>
        <pc:spChg chg="add mod">
          <ac:chgData name="Hongrui Luo" userId="8b37276b-23cd-4afb-a6b0-b621cb8e1ca7" providerId="ADAL" clId="{7315937C-F604-412E-8B27-68A5CF011A3C}" dt="2026-03-25T15:53:57.277" v="2488"/>
          <ac:spMkLst>
            <pc:docMk/>
            <pc:sldMk cId="4291045451" sldId="263"/>
            <ac:spMk id="5" creationId="{D989024F-1767-EC54-3D4D-E049E0B3BA7C}"/>
          </ac:spMkLst>
        </pc:spChg>
      </pc:sldChg>
      <pc:sldChg chg="addSp modSp">
        <pc:chgData name="Hongrui Luo" userId="8b37276b-23cd-4afb-a6b0-b621cb8e1ca7" providerId="ADAL" clId="{7315937C-F604-412E-8B27-68A5CF011A3C}" dt="2026-03-25T15:54:02.715" v="2491"/>
        <pc:sldMkLst>
          <pc:docMk/>
          <pc:sldMk cId="3575537977" sldId="264"/>
        </pc:sldMkLst>
        <pc:spChg chg="add mod">
          <ac:chgData name="Hongrui Luo" userId="8b37276b-23cd-4afb-a6b0-b621cb8e1ca7" providerId="ADAL" clId="{7315937C-F604-412E-8B27-68A5CF011A3C}" dt="2026-03-25T15:54:02.715" v="2491"/>
          <ac:spMkLst>
            <pc:docMk/>
            <pc:sldMk cId="3575537977" sldId="264"/>
            <ac:spMk id="3" creationId="{091E1C2C-6D00-D5A9-438D-038AD0DCE572}"/>
          </ac:spMkLst>
        </pc:spChg>
      </pc:sldChg>
      <pc:sldChg chg="addSp modSp">
        <pc:chgData name="Hongrui Luo" userId="8b37276b-23cd-4afb-a6b0-b621cb8e1ca7" providerId="ADAL" clId="{7315937C-F604-412E-8B27-68A5CF011A3C}" dt="2026-03-25T15:53:42.291" v="2480"/>
        <pc:sldMkLst>
          <pc:docMk/>
          <pc:sldMk cId="3538484676" sldId="265"/>
        </pc:sldMkLst>
        <pc:spChg chg="add mod">
          <ac:chgData name="Hongrui Luo" userId="8b37276b-23cd-4afb-a6b0-b621cb8e1ca7" providerId="ADAL" clId="{7315937C-F604-412E-8B27-68A5CF011A3C}" dt="2026-03-25T15:53:42.291" v="2480"/>
          <ac:spMkLst>
            <pc:docMk/>
            <pc:sldMk cId="3538484676" sldId="265"/>
            <ac:spMk id="6" creationId="{EC462C99-0EAA-67FB-296C-66A503E501A0}"/>
          </ac:spMkLst>
        </pc:spChg>
      </pc:sldChg>
      <pc:sldChg chg="addSp modSp mod">
        <pc:chgData name="Hongrui Luo" userId="8b37276b-23cd-4afb-a6b0-b621cb8e1ca7" providerId="ADAL" clId="{7315937C-F604-412E-8B27-68A5CF011A3C}" dt="2026-03-25T15:53:50.256" v="2484"/>
        <pc:sldMkLst>
          <pc:docMk/>
          <pc:sldMk cId="3446645622" sldId="266"/>
        </pc:sldMkLst>
        <pc:spChg chg="mod">
          <ac:chgData name="Hongrui Luo" userId="8b37276b-23cd-4afb-a6b0-b621cb8e1ca7" providerId="ADAL" clId="{7315937C-F604-412E-8B27-68A5CF011A3C}" dt="2026-03-24T15:12:06.931" v="2427" actId="20577"/>
          <ac:spMkLst>
            <pc:docMk/>
            <pc:sldMk cId="3446645622" sldId="266"/>
            <ac:spMk id="3" creationId="{EBFBADC5-062A-7C19-728C-6005C9FBE951}"/>
          </ac:spMkLst>
        </pc:spChg>
        <pc:spChg chg="add mod">
          <ac:chgData name="Hongrui Luo" userId="8b37276b-23cd-4afb-a6b0-b621cb8e1ca7" providerId="ADAL" clId="{7315937C-F604-412E-8B27-68A5CF011A3C}" dt="2026-03-25T15:53:50.256" v="2484"/>
          <ac:spMkLst>
            <pc:docMk/>
            <pc:sldMk cId="3446645622" sldId="266"/>
            <ac:spMk id="4" creationId="{A25F9F67-D03C-EF86-E499-6727C8D5D596}"/>
          </ac:spMkLst>
        </pc:spChg>
      </pc:sldChg>
      <pc:sldChg chg="addSp modSp">
        <pc:chgData name="Hongrui Luo" userId="8b37276b-23cd-4afb-a6b0-b621cb8e1ca7" providerId="ADAL" clId="{7315937C-F604-412E-8B27-68A5CF011A3C}" dt="2026-03-25T15:53:51.303" v="2485"/>
        <pc:sldMkLst>
          <pc:docMk/>
          <pc:sldMk cId="2415389268" sldId="268"/>
        </pc:sldMkLst>
        <pc:spChg chg="add mod">
          <ac:chgData name="Hongrui Luo" userId="8b37276b-23cd-4afb-a6b0-b621cb8e1ca7" providerId="ADAL" clId="{7315937C-F604-412E-8B27-68A5CF011A3C}" dt="2026-03-25T15:53:51.303" v="2485"/>
          <ac:spMkLst>
            <pc:docMk/>
            <pc:sldMk cId="2415389268" sldId="268"/>
            <ac:spMk id="4" creationId="{E358FD4E-6890-2EE3-8E09-EC52912EB38D}"/>
          </ac:spMkLst>
        </pc:spChg>
      </pc:sldChg>
      <pc:sldChg chg="addSp modSp">
        <pc:chgData name="Hongrui Luo" userId="8b37276b-23cd-4afb-a6b0-b621cb8e1ca7" providerId="ADAL" clId="{7315937C-F604-412E-8B27-68A5CF011A3C}" dt="2026-03-25T15:54:01.379" v="2490"/>
        <pc:sldMkLst>
          <pc:docMk/>
          <pc:sldMk cId="1411641973" sldId="270"/>
        </pc:sldMkLst>
        <pc:spChg chg="add mod">
          <ac:chgData name="Hongrui Luo" userId="8b37276b-23cd-4afb-a6b0-b621cb8e1ca7" providerId="ADAL" clId="{7315937C-F604-412E-8B27-68A5CF011A3C}" dt="2026-03-25T15:54:01.379" v="2490"/>
          <ac:spMkLst>
            <pc:docMk/>
            <pc:sldMk cId="1411641973" sldId="270"/>
            <ac:spMk id="4" creationId="{A9CD2FE4-B0B5-9EED-C9EB-67C84B123F05}"/>
          </ac:spMkLst>
        </pc:spChg>
      </pc:sldChg>
    </pc:docChg>
  </pc:docChgLst>
  <pc:docChgLst>
    <pc:chgData clId="Web-{A19DCA2B-7381-38A9-1E15-0CA520CB4B0C}"/>
    <pc:docChg chg="modSld">
      <pc:chgData name="" userId="" providerId="" clId="Web-{A19DCA2B-7381-38A9-1E15-0CA520CB4B0C}" dt="2026-04-20T18:35:05.403" v="2" actId="20577"/>
      <pc:docMkLst>
        <pc:docMk/>
      </pc:docMkLst>
      <pc:sldChg chg="modSp">
        <pc:chgData name="" userId="" providerId="" clId="Web-{A19DCA2B-7381-38A9-1E15-0CA520CB4B0C}" dt="2026-04-20T18:35:05.403" v="2" actId="20577"/>
        <pc:sldMkLst>
          <pc:docMk/>
          <pc:sldMk cId="3258932340" sldId="257"/>
        </pc:sldMkLst>
        <pc:spChg chg="mod">
          <ac:chgData name="" userId="" providerId="" clId="Web-{A19DCA2B-7381-38A9-1E15-0CA520CB4B0C}" dt="2026-04-20T18:35:05.403" v="2" actId="20577"/>
          <ac:spMkLst>
            <pc:docMk/>
            <pc:sldMk cId="3258932340" sldId="257"/>
            <ac:spMk id="7" creationId="{94491BB9-F315-1B0D-52C3-E24E13564BE9}"/>
          </ac:spMkLst>
        </pc:spChg>
      </pc:sldChg>
    </pc:docChg>
  </pc:docChgLst>
  <pc:docChgLst>
    <pc:chgData name="Amelia Grace Rinaldi" userId="S::arinald@purdue.edu::1617b862-8c79-483d-af9c-4540220076cb" providerId="AD" clId="Web-{7FB964AD-6EA6-DCFA-25BA-7A2FB13C50C8}"/>
    <pc:docChg chg="modSld">
      <pc:chgData name="Amelia Grace Rinaldi" userId="S::arinald@purdue.edu::1617b862-8c79-483d-af9c-4540220076cb" providerId="AD" clId="Web-{7FB964AD-6EA6-DCFA-25BA-7A2FB13C50C8}" dt="2026-03-24T14:59:23.656" v="14"/>
      <pc:docMkLst>
        <pc:docMk/>
      </pc:docMkLst>
    </pc:docChg>
  </pc:docChgLst>
  <pc:docChgLst>
    <pc:chgData name="Daniel Md Berggren" userId="80b87969-4dac-44ec-a624-86b58a9e8ae6" providerId="ADAL" clId="{22AA222F-B86D-4883-BB07-9D26EE82A45F}"/>
    <pc:docChg chg="modSld">
      <pc:chgData name="Daniel Md Berggren" userId="80b87969-4dac-44ec-a624-86b58a9e8ae6" providerId="ADAL" clId="{22AA222F-B86D-4883-BB07-9D26EE82A45F}" dt="2026-03-24T15:50:55.282" v="13" actId="20577"/>
      <pc:docMkLst>
        <pc:docMk/>
      </pc:docMkLst>
      <pc:sldChg chg="modNotesTx">
        <pc:chgData name="Daniel Md Berggren" userId="80b87969-4dac-44ec-a624-86b58a9e8ae6" providerId="ADAL" clId="{22AA222F-B86D-4883-BB07-9D26EE82A45F}" dt="2026-03-24T15:50:55.282" v="13" actId="20577"/>
        <pc:sldMkLst>
          <pc:docMk/>
          <pc:sldMk cId="3446645622" sldId="266"/>
        </pc:sldMkLst>
      </pc:sldChg>
      <pc:sldChg chg="modNotesTx">
        <pc:chgData name="Daniel Md Berggren" userId="80b87969-4dac-44ec-a624-86b58a9e8ae6" providerId="ADAL" clId="{22AA222F-B86D-4883-BB07-9D26EE82A45F}" dt="2026-03-24T15:50:47.492" v="7" actId="20577"/>
        <pc:sldMkLst>
          <pc:docMk/>
          <pc:sldMk cId="2415389268" sldId="268"/>
        </pc:sldMkLst>
      </pc:sldChg>
    </pc:docChg>
  </pc:docChgLst>
  <pc:docChgLst>
    <pc:chgData name="Amelia Grace Rinaldi" userId="S::arinald@purdue.edu::1617b862-8c79-483d-af9c-4540220076cb" providerId="AD" clId="Web-{8EAB2B54-CE96-2E3E-70E3-41FCDF98CD30}"/>
    <pc:docChg chg="modSld">
      <pc:chgData name="Amelia Grace Rinaldi" userId="S::arinald@purdue.edu::1617b862-8c79-483d-af9c-4540220076cb" providerId="AD" clId="Web-{8EAB2B54-CE96-2E3E-70E3-41FCDF98CD30}" dt="2026-04-08T16:33:07.598" v="0" actId="1076"/>
      <pc:docMkLst>
        <pc:docMk/>
      </pc:docMkLst>
      <pc:sldChg chg="modSp">
        <pc:chgData name="Amelia Grace Rinaldi" userId="S::arinald@purdue.edu::1617b862-8c79-483d-af9c-4540220076cb" providerId="AD" clId="Web-{8EAB2B54-CE96-2E3E-70E3-41FCDF98CD30}" dt="2026-04-08T16:33:07.598" v="0" actId="1076"/>
        <pc:sldMkLst>
          <pc:docMk/>
          <pc:sldMk cId="109857222" sldId="256"/>
        </pc:sldMkLst>
        <pc:spChg chg="mod">
          <ac:chgData name="Amelia Grace Rinaldi" userId="S::arinald@purdue.edu::1617b862-8c79-483d-af9c-4540220076cb" providerId="AD" clId="Web-{8EAB2B54-CE96-2E3E-70E3-41FCDF98CD30}" dt="2026-04-08T16:33:07.598" v="0" actId="1076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Amelia Grace Rinaldi" userId="1617b862-8c79-483d-af9c-4540220076cb" providerId="ADAL" clId="{60CDFB41-EEFF-42EB-AD9F-DA50D08CB705}"/>
    <pc:docChg chg="custSel addSld modSld sldOrd addSection modSection">
      <pc:chgData name="Amelia Grace Rinaldi" userId="1617b862-8c79-483d-af9c-4540220076cb" providerId="ADAL" clId="{60CDFB41-EEFF-42EB-AD9F-DA50D08CB705}" dt="2026-04-22T17:25:50.635" v="1635" actId="20578"/>
      <pc:docMkLst>
        <pc:docMk/>
      </pc:docMkLst>
      <pc:sldChg chg="addSp delSp modSp mod modNotesTx">
        <pc:chgData name="Amelia Grace Rinaldi" userId="1617b862-8c79-483d-af9c-4540220076cb" providerId="ADAL" clId="{60CDFB41-EEFF-42EB-AD9F-DA50D08CB705}" dt="2026-04-21T23:00:11.150" v="1610" actId="20577"/>
        <pc:sldMkLst>
          <pc:docMk/>
          <pc:sldMk cId="3258932340" sldId="257"/>
        </pc:sldMkLst>
        <pc:spChg chg="mod">
          <ac:chgData name="Amelia Grace Rinaldi" userId="1617b862-8c79-483d-af9c-4540220076cb" providerId="ADAL" clId="{60CDFB41-EEFF-42EB-AD9F-DA50D08CB705}" dt="2026-04-21T22:53:59.900" v="1519" actId="14100"/>
          <ac:spMkLst>
            <pc:docMk/>
            <pc:sldMk cId="3258932340" sldId="257"/>
            <ac:spMk id="2" creationId="{54A2FC89-0451-20CE-C7F6-D780003166B5}"/>
          </ac:spMkLst>
        </pc:spChg>
        <pc:spChg chg="mod">
          <ac:chgData name="Amelia Grace Rinaldi" userId="1617b862-8c79-483d-af9c-4540220076cb" providerId="ADAL" clId="{60CDFB41-EEFF-42EB-AD9F-DA50D08CB705}" dt="2026-04-21T23:00:11.150" v="1610" actId="20577"/>
          <ac:spMkLst>
            <pc:docMk/>
            <pc:sldMk cId="3258932340" sldId="257"/>
            <ac:spMk id="7" creationId="{94491BB9-F315-1B0D-52C3-E24E13564BE9}"/>
          </ac:spMkLst>
        </pc:spChg>
        <pc:spChg chg="del mod">
          <ac:chgData name="Amelia Grace Rinaldi" userId="1617b862-8c79-483d-af9c-4540220076cb" providerId="ADAL" clId="{60CDFB41-EEFF-42EB-AD9F-DA50D08CB705}" dt="2026-04-21T22:02:21.420" v="1363"/>
          <ac:spMkLst>
            <pc:docMk/>
            <pc:sldMk cId="3258932340" sldId="257"/>
            <ac:spMk id="8" creationId="{13B2F006-D6D3-1EDD-476B-9BA2FD7C75FF}"/>
          </ac:spMkLst>
        </pc:spChg>
        <pc:spChg chg="add del mod">
          <ac:chgData name="Amelia Grace Rinaldi" userId="1617b862-8c79-483d-af9c-4540220076cb" providerId="ADAL" clId="{60CDFB41-EEFF-42EB-AD9F-DA50D08CB705}" dt="2026-04-21T22:55:03.464" v="1524" actId="478"/>
          <ac:spMkLst>
            <pc:docMk/>
            <pc:sldMk cId="3258932340" sldId="257"/>
            <ac:spMk id="10" creationId="{E946F318-E918-7658-09EE-9244CA1CF2C6}"/>
          </ac:spMkLst>
        </pc:spChg>
        <pc:picChg chg="add mod">
          <ac:chgData name="Amelia Grace Rinaldi" userId="1617b862-8c79-483d-af9c-4540220076cb" providerId="ADAL" clId="{60CDFB41-EEFF-42EB-AD9F-DA50D08CB705}" dt="2026-04-21T22:02:19.690" v="1360" actId="1076"/>
          <ac:picMkLst>
            <pc:docMk/>
            <pc:sldMk cId="3258932340" sldId="257"/>
            <ac:picMk id="4" creationId="{BCC3D8BC-0B32-20C3-0EA7-8F66F6774803}"/>
          </ac:picMkLst>
        </pc:picChg>
        <pc:picChg chg="mod">
          <ac:chgData name="Amelia Grace Rinaldi" userId="1617b862-8c79-483d-af9c-4540220076cb" providerId="ADAL" clId="{60CDFB41-EEFF-42EB-AD9F-DA50D08CB705}" dt="2026-04-21T22:32:33.171" v="1391" actId="688"/>
          <ac:picMkLst>
            <pc:docMk/>
            <pc:sldMk cId="3258932340" sldId="257"/>
            <ac:picMk id="5" creationId="{B213B7AC-C7D5-7311-7E99-E8FC596D44ED}"/>
          </ac:picMkLst>
        </pc:picChg>
        <pc:picChg chg="del">
          <ac:chgData name="Amelia Grace Rinaldi" userId="1617b862-8c79-483d-af9c-4540220076cb" providerId="ADAL" clId="{60CDFB41-EEFF-42EB-AD9F-DA50D08CB705}" dt="2026-04-21T22:02:21.412" v="1361" actId="478"/>
          <ac:picMkLst>
            <pc:docMk/>
            <pc:sldMk cId="3258932340" sldId="257"/>
            <ac:picMk id="6" creationId="{2D639142-7A73-55EE-85CC-AD38D3CD256B}"/>
          </ac:picMkLst>
        </pc:picChg>
      </pc:sldChg>
      <pc:sldChg chg="addSp modSp mod modNotesTx">
        <pc:chgData name="Amelia Grace Rinaldi" userId="1617b862-8c79-483d-af9c-4540220076cb" providerId="ADAL" clId="{60CDFB41-EEFF-42EB-AD9F-DA50D08CB705}" dt="2026-04-21T22:46:23.988" v="1484" actId="20577"/>
        <pc:sldMkLst>
          <pc:docMk/>
          <pc:sldMk cId="3127736104" sldId="259"/>
        </pc:sldMkLst>
        <pc:picChg chg="add mod">
          <ac:chgData name="Amelia Grace Rinaldi" userId="1617b862-8c79-483d-af9c-4540220076cb" providerId="ADAL" clId="{60CDFB41-EEFF-42EB-AD9F-DA50D08CB705}" dt="2026-04-21T21:58:32.892" v="1350" actId="1076"/>
          <ac:picMkLst>
            <pc:docMk/>
            <pc:sldMk cId="3127736104" sldId="259"/>
            <ac:picMk id="6" creationId="{37E10EE9-5311-9A85-CE8D-38989B97944D}"/>
          </ac:picMkLst>
        </pc:picChg>
      </pc:sldChg>
      <pc:sldChg chg="addSp delSp modSp mod modNotesTx">
        <pc:chgData name="Amelia Grace Rinaldi" userId="1617b862-8c79-483d-af9c-4540220076cb" providerId="ADAL" clId="{60CDFB41-EEFF-42EB-AD9F-DA50D08CB705}" dt="2026-04-21T22:46:29.573" v="1488" actId="20577"/>
        <pc:sldMkLst>
          <pc:docMk/>
          <pc:sldMk cId="96694836" sldId="260"/>
        </pc:sldMkLst>
        <pc:spChg chg="mod">
          <ac:chgData name="Amelia Grace Rinaldi" userId="1617b862-8c79-483d-af9c-4540220076cb" providerId="ADAL" clId="{60CDFB41-EEFF-42EB-AD9F-DA50D08CB705}" dt="2026-04-20T19:48:39.549" v="629" actId="27636"/>
          <ac:spMkLst>
            <pc:docMk/>
            <pc:sldMk cId="96694836" sldId="260"/>
            <ac:spMk id="3" creationId="{B0AFB5E8-F18B-F3DC-EF9B-B14169BEBAFD}"/>
          </ac:spMkLst>
        </pc:spChg>
        <pc:picChg chg="add mod modCrop">
          <ac:chgData name="Amelia Grace Rinaldi" userId="1617b862-8c79-483d-af9c-4540220076cb" providerId="ADAL" clId="{60CDFB41-EEFF-42EB-AD9F-DA50D08CB705}" dt="2026-04-21T22:15:34.646" v="1390" actId="1076"/>
          <ac:picMkLst>
            <pc:docMk/>
            <pc:sldMk cId="96694836" sldId="260"/>
            <ac:picMk id="7" creationId="{C893EE2A-671B-0372-8E32-B8D5E24057A0}"/>
          </ac:picMkLst>
        </pc:picChg>
        <pc:picChg chg="add mod modCrop">
          <ac:chgData name="Amelia Grace Rinaldi" userId="1617b862-8c79-483d-af9c-4540220076cb" providerId="ADAL" clId="{60CDFB41-EEFF-42EB-AD9F-DA50D08CB705}" dt="2026-04-20T19:50:48.130" v="651" actId="1076"/>
          <ac:picMkLst>
            <pc:docMk/>
            <pc:sldMk cId="96694836" sldId="260"/>
            <ac:picMk id="9" creationId="{8316CC22-BBAB-33E9-5427-11AF991E10B9}"/>
          </ac:picMkLst>
        </pc:picChg>
        <pc:picChg chg="add mod">
          <ac:chgData name="Amelia Grace Rinaldi" userId="1617b862-8c79-483d-af9c-4540220076cb" providerId="ADAL" clId="{60CDFB41-EEFF-42EB-AD9F-DA50D08CB705}" dt="2026-04-20T19:50:50.929" v="652" actId="1076"/>
          <ac:picMkLst>
            <pc:docMk/>
            <pc:sldMk cId="96694836" sldId="260"/>
            <ac:picMk id="11" creationId="{4C65D911-06E1-CA1D-D7B4-3BCA06C54156}"/>
          </ac:picMkLst>
        </pc:picChg>
      </pc:sldChg>
      <pc:sldChg chg="modNotesTx">
        <pc:chgData name="Amelia Grace Rinaldi" userId="1617b862-8c79-483d-af9c-4540220076cb" providerId="ADAL" clId="{60CDFB41-EEFF-42EB-AD9F-DA50D08CB705}" dt="2026-04-21T22:52:32.484" v="1518" actId="20577"/>
        <pc:sldMkLst>
          <pc:docMk/>
          <pc:sldMk cId="3513621809" sldId="261"/>
        </pc:sldMkLst>
      </pc:sldChg>
      <pc:sldChg chg="addSp delSp modSp mod modNotesTx">
        <pc:chgData name="Amelia Grace Rinaldi" userId="1617b862-8c79-483d-af9c-4540220076cb" providerId="ADAL" clId="{60CDFB41-EEFF-42EB-AD9F-DA50D08CB705}" dt="2026-04-21T22:46:14.082" v="1476" actId="20577"/>
        <pc:sldMkLst>
          <pc:docMk/>
          <pc:sldMk cId="3538484676" sldId="265"/>
        </pc:sldMkLst>
        <pc:spChg chg="mod">
          <ac:chgData name="Amelia Grace Rinaldi" userId="1617b862-8c79-483d-af9c-4540220076cb" providerId="ADAL" clId="{60CDFB41-EEFF-42EB-AD9F-DA50D08CB705}" dt="2026-04-20T19:19:00.015" v="562" actId="20577"/>
          <ac:spMkLst>
            <pc:docMk/>
            <pc:sldMk cId="3538484676" sldId="265"/>
            <ac:spMk id="5" creationId="{DDEF246E-6349-2E18-D7EF-3409B1004BC3}"/>
          </ac:spMkLst>
        </pc:spChg>
        <pc:picChg chg="mod ord modCrop">
          <ac:chgData name="Amelia Grace Rinaldi" userId="1617b862-8c79-483d-af9c-4540220076cb" providerId="ADAL" clId="{60CDFB41-EEFF-42EB-AD9F-DA50D08CB705}" dt="2026-04-20T19:18:47.685" v="556" actId="1076"/>
          <ac:picMkLst>
            <pc:docMk/>
            <pc:sldMk cId="3538484676" sldId="265"/>
            <ac:picMk id="3" creationId="{65F50AD0-6F5E-69FD-2020-3772ACB9E4A9}"/>
          </ac:picMkLst>
        </pc:picChg>
        <pc:picChg chg="add mod modCrop">
          <ac:chgData name="Amelia Grace Rinaldi" userId="1617b862-8c79-483d-af9c-4540220076cb" providerId="ADAL" clId="{60CDFB41-EEFF-42EB-AD9F-DA50D08CB705}" dt="2026-04-20T19:18:50.075" v="557" actId="1076"/>
          <ac:picMkLst>
            <pc:docMk/>
            <pc:sldMk cId="3538484676" sldId="265"/>
            <ac:picMk id="8" creationId="{1F33AD37-8CD6-C508-2B06-37D7D16E6C22}"/>
          </ac:picMkLst>
        </pc:picChg>
        <pc:picChg chg="add mod ord">
          <ac:chgData name="Amelia Grace Rinaldi" userId="1617b862-8c79-483d-af9c-4540220076cb" providerId="ADAL" clId="{60CDFB41-EEFF-42EB-AD9F-DA50D08CB705}" dt="2026-04-20T19:18:42.425" v="554" actId="1076"/>
          <ac:picMkLst>
            <pc:docMk/>
            <pc:sldMk cId="3538484676" sldId="265"/>
            <ac:picMk id="10" creationId="{149B22AF-BD69-673A-A505-59DB907A4244}"/>
          </ac:picMkLst>
        </pc:picChg>
      </pc:sldChg>
      <pc:sldChg chg="modNotesTx">
        <pc:chgData name="Amelia Grace Rinaldi" userId="1617b862-8c79-483d-af9c-4540220076cb" providerId="ADAL" clId="{60CDFB41-EEFF-42EB-AD9F-DA50D08CB705}" dt="2026-04-21T22:46:39.007" v="1492" actId="20577"/>
        <pc:sldMkLst>
          <pc:docMk/>
          <pc:sldMk cId="3446645622" sldId="266"/>
        </pc:sldMkLst>
      </pc:sldChg>
      <pc:sldChg chg="addSp modSp mod modNotesTx">
        <pc:chgData name="Amelia Grace Rinaldi" userId="1617b862-8c79-483d-af9c-4540220076cb" providerId="ADAL" clId="{60CDFB41-EEFF-42EB-AD9F-DA50D08CB705}" dt="2026-04-21T22:47:39.667" v="1504" actId="20577"/>
        <pc:sldMkLst>
          <pc:docMk/>
          <pc:sldMk cId="2415389268" sldId="268"/>
        </pc:sldMkLst>
        <pc:spChg chg="mod">
          <ac:chgData name="Amelia Grace Rinaldi" userId="1617b862-8c79-483d-af9c-4540220076cb" providerId="ADAL" clId="{60CDFB41-EEFF-42EB-AD9F-DA50D08CB705}" dt="2026-04-21T22:14:16.130" v="1388" actId="14100"/>
          <ac:spMkLst>
            <pc:docMk/>
            <pc:sldMk cId="2415389268" sldId="268"/>
            <ac:spMk id="3" creationId="{4D82609D-FC6A-ED64-9B63-109BDF6DA4FF}"/>
          </ac:spMkLst>
        </pc:spChg>
        <pc:spChg chg="add mod">
          <ac:chgData name="Amelia Grace Rinaldi" userId="1617b862-8c79-483d-af9c-4540220076cb" providerId="ADAL" clId="{60CDFB41-EEFF-42EB-AD9F-DA50D08CB705}" dt="2026-04-21T22:11:30.258" v="1384" actId="1076"/>
          <ac:spMkLst>
            <pc:docMk/>
            <pc:sldMk cId="2415389268" sldId="268"/>
            <ac:spMk id="7" creationId="{587D3A48-7DA7-B0B4-2DE1-40DD5A9F51A8}"/>
          </ac:spMkLst>
        </pc:spChg>
        <pc:picChg chg="mod">
          <ac:chgData name="Amelia Grace Rinaldi" userId="1617b862-8c79-483d-af9c-4540220076cb" providerId="ADAL" clId="{60CDFB41-EEFF-42EB-AD9F-DA50D08CB705}" dt="2026-04-21T22:11:56.675" v="1386" actId="1076"/>
          <ac:picMkLst>
            <pc:docMk/>
            <pc:sldMk cId="2415389268" sldId="268"/>
            <ac:picMk id="8" creationId="{643CB4E3-AF84-1B66-E829-2E91CA008342}"/>
          </ac:picMkLst>
        </pc:picChg>
        <pc:picChg chg="mod">
          <ac:chgData name="Amelia Grace Rinaldi" userId="1617b862-8c79-483d-af9c-4540220076cb" providerId="ADAL" clId="{60CDFB41-EEFF-42EB-AD9F-DA50D08CB705}" dt="2026-04-21T22:11:27.327" v="1383" actId="1076"/>
          <ac:picMkLst>
            <pc:docMk/>
            <pc:sldMk cId="2415389268" sldId="268"/>
            <ac:picMk id="10" creationId="{A8B42C23-D39D-A0A5-DA68-3EF3C022169D}"/>
          </ac:picMkLst>
        </pc:picChg>
        <pc:cxnChg chg="add mod">
          <ac:chgData name="Amelia Grace Rinaldi" userId="1617b862-8c79-483d-af9c-4540220076cb" providerId="ADAL" clId="{60CDFB41-EEFF-42EB-AD9F-DA50D08CB705}" dt="2026-04-21T22:11:51.774" v="1385" actId="208"/>
          <ac:cxnSpMkLst>
            <pc:docMk/>
            <pc:sldMk cId="2415389268" sldId="268"/>
            <ac:cxnSpMk id="12" creationId="{8C735524-B19B-779D-0639-4EBBBAED29A5}"/>
          </ac:cxnSpMkLst>
        </pc:cxnChg>
      </pc:sldChg>
      <pc:sldChg chg="addSp modSp mod">
        <pc:chgData name="Amelia Grace Rinaldi" userId="1617b862-8c79-483d-af9c-4540220076cb" providerId="ADAL" clId="{60CDFB41-EEFF-42EB-AD9F-DA50D08CB705}" dt="2026-04-21T22:37:52.938" v="1436" actId="1076"/>
        <pc:sldMkLst>
          <pc:docMk/>
          <pc:sldMk cId="1411641973" sldId="270"/>
        </pc:sldMkLst>
        <pc:spChg chg="mod">
          <ac:chgData name="Amelia Grace Rinaldi" userId="1617b862-8c79-483d-af9c-4540220076cb" providerId="ADAL" clId="{60CDFB41-EEFF-42EB-AD9F-DA50D08CB705}" dt="2026-04-21T22:36:27.212" v="1429" actId="20577"/>
          <ac:spMkLst>
            <pc:docMk/>
            <pc:sldMk cId="1411641973" sldId="270"/>
            <ac:spMk id="3" creationId="{2043CC04-6F4B-A855-2B30-02033A6AFB47}"/>
          </ac:spMkLst>
        </pc:spChg>
        <pc:picChg chg="add mod modCrop">
          <ac:chgData name="Amelia Grace Rinaldi" userId="1617b862-8c79-483d-af9c-4540220076cb" providerId="ADAL" clId="{60CDFB41-EEFF-42EB-AD9F-DA50D08CB705}" dt="2026-04-21T22:37:52.938" v="1436" actId="1076"/>
          <ac:picMkLst>
            <pc:docMk/>
            <pc:sldMk cId="1411641973" sldId="270"/>
            <ac:picMk id="5" creationId="{25F80777-8006-59B6-29E1-93123B3EC129}"/>
          </ac:picMkLst>
        </pc:picChg>
        <pc:picChg chg="add mod">
          <ac:chgData name="Amelia Grace Rinaldi" userId="1617b862-8c79-483d-af9c-4540220076cb" providerId="ADAL" clId="{60CDFB41-EEFF-42EB-AD9F-DA50D08CB705}" dt="2026-04-21T22:37:52.938" v="1436" actId="1076"/>
          <ac:picMkLst>
            <pc:docMk/>
            <pc:sldMk cId="1411641973" sldId="270"/>
            <ac:picMk id="6" creationId="{50A6C7C0-74CA-DC35-C614-D0D99C444D34}"/>
          </ac:picMkLst>
        </pc:picChg>
        <pc:picChg chg="add mod">
          <ac:chgData name="Amelia Grace Rinaldi" userId="1617b862-8c79-483d-af9c-4540220076cb" providerId="ADAL" clId="{60CDFB41-EEFF-42EB-AD9F-DA50D08CB705}" dt="2026-04-21T22:37:52.938" v="1436" actId="1076"/>
          <ac:picMkLst>
            <pc:docMk/>
            <pc:sldMk cId="1411641973" sldId="270"/>
            <ac:picMk id="7" creationId="{2C6A5ABB-CA67-6401-31A9-B33E9426AF4F}"/>
          </ac:picMkLst>
        </pc:picChg>
      </pc:sldChg>
      <pc:sldChg chg="modSp mod modNotesTx">
        <pc:chgData name="Amelia Grace Rinaldi" userId="1617b862-8c79-483d-af9c-4540220076cb" providerId="ADAL" clId="{60CDFB41-EEFF-42EB-AD9F-DA50D08CB705}" dt="2026-04-21T23:06:30.269" v="1618" actId="20577"/>
        <pc:sldMkLst>
          <pc:docMk/>
          <pc:sldMk cId="1376125492" sldId="271"/>
        </pc:sldMkLst>
        <pc:spChg chg="mod">
          <ac:chgData name="Amelia Grace Rinaldi" userId="1617b862-8c79-483d-af9c-4540220076cb" providerId="ADAL" clId="{60CDFB41-EEFF-42EB-AD9F-DA50D08CB705}" dt="2026-04-21T23:06:30.269" v="1618" actId="20577"/>
          <ac:spMkLst>
            <pc:docMk/>
            <pc:sldMk cId="1376125492" sldId="271"/>
            <ac:spMk id="11" creationId="{434C070D-3B23-6AB7-1623-33ACB8106458}"/>
          </ac:spMkLst>
        </pc:spChg>
      </pc:sldChg>
      <pc:sldChg chg="modSp mod">
        <pc:chgData name="Amelia Grace Rinaldi" userId="1617b862-8c79-483d-af9c-4540220076cb" providerId="ADAL" clId="{60CDFB41-EEFF-42EB-AD9F-DA50D08CB705}" dt="2026-04-21T19:45:54.083" v="1155" actId="20577"/>
        <pc:sldMkLst>
          <pc:docMk/>
          <pc:sldMk cId="1894339775" sldId="272"/>
        </pc:sldMkLst>
        <pc:spChg chg="mod">
          <ac:chgData name="Amelia Grace Rinaldi" userId="1617b862-8c79-483d-af9c-4540220076cb" providerId="ADAL" clId="{60CDFB41-EEFF-42EB-AD9F-DA50D08CB705}" dt="2026-04-21T19:45:54.083" v="1155" actId="20577"/>
          <ac:spMkLst>
            <pc:docMk/>
            <pc:sldMk cId="1894339775" sldId="272"/>
            <ac:spMk id="3" creationId="{2043CC04-6F4B-A855-2B30-02033A6AFB47}"/>
          </ac:spMkLst>
        </pc:spChg>
      </pc:sldChg>
      <pc:sldChg chg="modNotesTx">
        <pc:chgData name="Amelia Grace Rinaldi" userId="1617b862-8c79-483d-af9c-4540220076cb" providerId="ADAL" clId="{60CDFB41-EEFF-42EB-AD9F-DA50D08CB705}" dt="2026-04-21T23:10:12.304" v="1625" actId="5793"/>
        <pc:sldMkLst>
          <pc:docMk/>
          <pc:sldMk cId="2990752899" sldId="273"/>
        </pc:sldMkLst>
      </pc:sldChg>
      <pc:sldChg chg="addSp delSp modSp new mod modNotesTx">
        <pc:chgData name="Amelia Grace Rinaldi" userId="1617b862-8c79-483d-af9c-4540220076cb" providerId="ADAL" clId="{60CDFB41-EEFF-42EB-AD9F-DA50D08CB705}" dt="2026-04-21T23:03:44.691" v="1615" actId="20577"/>
        <pc:sldMkLst>
          <pc:docMk/>
          <pc:sldMk cId="2554069685" sldId="274"/>
        </pc:sldMkLst>
        <pc:spChg chg="mod">
          <ac:chgData name="Amelia Grace Rinaldi" userId="1617b862-8c79-483d-af9c-4540220076cb" providerId="ADAL" clId="{60CDFB41-EEFF-42EB-AD9F-DA50D08CB705}" dt="2026-04-21T19:44:23.421" v="787" actId="20577"/>
          <ac:spMkLst>
            <pc:docMk/>
            <pc:sldMk cId="2554069685" sldId="274"/>
            <ac:spMk id="2" creationId="{7FBCC213-A856-77A8-BDC3-17C6BFB23813}"/>
          </ac:spMkLst>
        </pc:spChg>
        <pc:spChg chg="del mod">
          <ac:chgData name="Amelia Grace Rinaldi" userId="1617b862-8c79-483d-af9c-4540220076cb" providerId="ADAL" clId="{60CDFB41-EEFF-42EB-AD9F-DA50D08CB705}" dt="2026-04-21T19:51:43.981" v="1180" actId="478"/>
          <ac:spMkLst>
            <pc:docMk/>
            <pc:sldMk cId="2554069685" sldId="274"/>
            <ac:spMk id="3" creationId="{0521F8FA-2FE4-246E-B53D-AEF465FA360B}"/>
          </ac:spMkLst>
        </pc:spChg>
        <pc:spChg chg="add mod">
          <ac:chgData name="Amelia Grace Rinaldi" userId="1617b862-8c79-483d-af9c-4540220076cb" providerId="ADAL" clId="{60CDFB41-EEFF-42EB-AD9F-DA50D08CB705}" dt="2026-04-21T21:46:34.171" v="1335" actId="122"/>
          <ac:spMkLst>
            <pc:docMk/>
            <pc:sldMk cId="2554069685" sldId="274"/>
            <ac:spMk id="10" creationId="{A4607720-037D-D7BC-9DFE-9F93B7E387D6}"/>
          </ac:spMkLst>
        </pc:spChg>
        <pc:picChg chg="add mod modCrop">
          <ac:chgData name="Amelia Grace Rinaldi" userId="1617b862-8c79-483d-af9c-4540220076cb" providerId="ADAL" clId="{60CDFB41-EEFF-42EB-AD9F-DA50D08CB705}" dt="2026-04-21T19:51:41.286" v="1179" actId="1076"/>
          <ac:picMkLst>
            <pc:docMk/>
            <pc:sldMk cId="2554069685" sldId="274"/>
            <ac:picMk id="5" creationId="{08A6CAB5-6DE2-9878-3B30-B4BA2BB93FE7}"/>
          </ac:picMkLst>
        </pc:picChg>
        <pc:picChg chg="add mod">
          <ac:chgData name="Amelia Grace Rinaldi" userId="1617b862-8c79-483d-af9c-4540220076cb" providerId="ADAL" clId="{60CDFB41-EEFF-42EB-AD9F-DA50D08CB705}" dt="2026-04-21T19:51:41.286" v="1179" actId="1076"/>
          <ac:picMkLst>
            <pc:docMk/>
            <pc:sldMk cId="2554069685" sldId="274"/>
            <ac:picMk id="7" creationId="{02D50426-8734-20E2-6A72-B305AFF55B02}"/>
          </ac:picMkLst>
        </pc:picChg>
        <pc:picChg chg="add mod">
          <ac:chgData name="Amelia Grace Rinaldi" userId="1617b862-8c79-483d-af9c-4540220076cb" providerId="ADAL" clId="{60CDFB41-EEFF-42EB-AD9F-DA50D08CB705}" dt="2026-04-21T19:51:41.286" v="1179" actId="1076"/>
          <ac:picMkLst>
            <pc:docMk/>
            <pc:sldMk cId="2554069685" sldId="274"/>
            <ac:picMk id="9" creationId="{53301F58-D846-3DB4-9B76-E60D400CDB50}"/>
          </ac:picMkLst>
        </pc:picChg>
      </pc:sldChg>
      <pc:sldChg chg="addSp modSp mod">
        <pc:chgData name="Amelia Grace Rinaldi" userId="1617b862-8c79-483d-af9c-4540220076cb" providerId="ADAL" clId="{60CDFB41-EEFF-42EB-AD9F-DA50D08CB705}" dt="2026-04-21T23:13:16.039" v="1634" actId="1076"/>
        <pc:sldMkLst>
          <pc:docMk/>
          <pc:sldMk cId="1307070534" sldId="275"/>
        </pc:sldMkLst>
        <pc:spChg chg="mod">
          <ac:chgData name="Amelia Grace Rinaldi" userId="1617b862-8c79-483d-af9c-4540220076cb" providerId="ADAL" clId="{60CDFB41-EEFF-42EB-AD9F-DA50D08CB705}" dt="2026-04-21T23:11:46.784" v="1626" actId="14100"/>
          <ac:spMkLst>
            <pc:docMk/>
            <pc:sldMk cId="1307070534" sldId="275"/>
            <ac:spMk id="3" creationId="{AC856F25-B48E-04A8-8233-2D86C9DE83A2}"/>
          </ac:spMkLst>
        </pc:spChg>
        <pc:picChg chg="add mod">
          <ac:chgData name="Amelia Grace Rinaldi" userId="1617b862-8c79-483d-af9c-4540220076cb" providerId="ADAL" clId="{60CDFB41-EEFF-42EB-AD9F-DA50D08CB705}" dt="2026-04-21T23:12:00.554" v="1631" actId="1076"/>
          <ac:picMkLst>
            <pc:docMk/>
            <pc:sldMk cId="1307070534" sldId="275"/>
            <ac:picMk id="5" creationId="{4CE0A71B-E34F-CC61-33F6-792EDAAD7BCA}"/>
          </ac:picMkLst>
        </pc:picChg>
        <pc:picChg chg="add mod">
          <ac:chgData name="Amelia Grace Rinaldi" userId="1617b862-8c79-483d-af9c-4540220076cb" providerId="ADAL" clId="{60CDFB41-EEFF-42EB-AD9F-DA50D08CB705}" dt="2026-04-21T23:13:16.039" v="1634" actId="1076"/>
          <ac:picMkLst>
            <pc:docMk/>
            <pc:sldMk cId="1307070534" sldId="275"/>
            <ac:picMk id="7" creationId="{130F2270-B0A0-2756-A3ED-8C63B3F7D402}"/>
          </ac:picMkLst>
        </pc:picChg>
      </pc:sldChg>
      <pc:sldChg chg="ord">
        <pc:chgData name="Amelia Grace Rinaldi" userId="1617b862-8c79-483d-af9c-4540220076cb" providerId="ADAL" clId="{60CDFB41-EEFF-42EB-AD9F-DA50D08CB705}" dt="2026-04-22T17:25:50.635" v="1635" actId="20578"/>
        <pc:sldMkLst>
          <pc:docMk/>
          <pc:sldMk cId="4172056887" sldId="278"/>
        </pc:sldMkLst>
      </pc:sldChg>
    </pc:docChg>
  </pc:docChgLst>
  <pc:docChgLst>
    <pc:chgData name="Daniel Md Berggren" userId="S::dberggr@purdue.edu::80b87969-4dac-44ec-a624-86b58a9e8ae6" providerId="AD" clId="Web-{0874F955-201F-FA12-08DE-3D5459FE5569}"/>
    <pc:docChg chg="addSld modSld modSection">
      <pc:chgData name="Daniel Md Berggren" userId="S::dberggr@purdue.edu::80b87969-4dac-44ec-a624-86b58a9e8ae6" providerId="AD" clId="Web-{0874F955-201F-FA12-08DE-3D5459FE5569}" dt="2026-04-21T23:08:50.363" v="412" actId="1076"/>
      <pc:docMkLst>
        <pc:docMk/>
      </pc:docMkLst>
      <pc:sldChg chg="modSp">
        <pc:chgData name="Daniel Md Berggren" userId="S::dberggr@purdue.edu::80b87969-4dac-44ec-a624-86b58a9e8ae6" providerId="AD" clId="Web-{0874F955-201F-FA12-08DE-3D5459FE5569}" dt="2026-04-21T22:49:43.652" v="124" actId="1076"/>
        <pc:sldMkLst>
          <pc:docMk/>
          <pc:sldMk cId="2285522245" sldId="262"/>
        </pc:sldMkLst>
        <pc:spChg chg="mod">
          <ac:chgData name="Daniel Md Berggren" userId="S::dberggr@purdue.edu::80b87969-4dac-44ec-a624-86b58a9e8ae6" providerId="AD" clId="Web-{0874F955-201F-FA12-08DE-3D5459FE5569}" dt="2026-04-21T22:49:43.652" v="124" actId="1076"/>
          <ac:spMkLst>
            <pc:docMk/>
            <pc:sldMk cId="2285522245" sldId="262"/>
            <ac:spMk id="3" creationId="{CF1684B0-4819-AE1E-BE76-D8F71D6DE3CF}"/>
          </ac:spMkLst>
        </pc:spChg>
      </pc:sldChg>
      <pc:sldChg chg="addSp delSp modSp">
        <pc:chgData name="Daniel Md Berggren" userId="S::dberggr@purdue.edu::80b87969-4dac-44ec-a624-86b58a9e8ae6" providerId="AD" clId="Web-{0874F955-201F-FA12-08DE-3D5459FE5569}" dt="2026-04-21T23:06:43.462" v="344" actId="20577"/>
        <pc:sldMkLst>
          <pc:docMk/>
          <pc:sldMk cId="1376125492" sldId="271"/>
        </pc:sldMkLst>
        <pc:spChg chg="add del mod">
          <ac:chgData name="Daniel Md Berggren" userId="S::dberggr@purdue.edu::80b87969-4dac-44ec-a624-86b58a9e8ae6" providerId="AD" clId="Web-{0874F955-201F-FA12-08DE-3D5459FE5569}" dt="2026-04-21T23:05:36.864" v="326"/>
          <ac:spMkLst>
            <pc:docMk/>
            <pc:sldMk cId="1376125492" sldId="271"/>
            <ac:spMk id="3" creationId="{60D60F6C-79E1-C476-7505-966466DCD5C0}"/>
          </ac:spMkLst>
        </pc:spChg>
        <pc:spChg chg="mod">
          <ac:chgData name="Daniel Md Berggren" userId="S::dberggr@purdue.edu::80b87969-4dac-44ec-a624-86b58a9e8ae6" providerId="AD" clId="Web-{0874F955-201F-FA12-08DE-3D5459FE5569}" dt="2026-04-21T23:06:43.462" v="344" actId="20577"/>
          <ac:spMkLst>
            <pc:docMk/>
            <pc:sldMk cId="1376125492" sldId="271"/>
            <ac:spMk id="11" creationId="{434C070D-3B23-6AB7-1623-33ACB8106458}"/>
          </ac:spMkLst>
        </pc:spChg>
        <pc:spChg chg="del">
          <ac:chgData name="Daniel Md Berggren" userId="S::dberggr@purdue.edu::80b87969-4dac-44ec-a624-86b58a9e8ae6" providerId="AD" clId="Web-{0874F955-201F-FA12-08DE-3D5459FE5569}" dt="2026-04-21T23:02:50.064" v="128"/>
          <ac:spMkLst>
            <pc:docMk/>
            <pc:sldMk cId="1376125492" sldId="271"/>
            <ac:spMk id="12" creationId="{26477092-72CB-0146-CCE5-BB6B2F9471D4}"/>
          </ac:spMkLst>
        </pc:spChg>
        <pc:picChg chg="del">
          <ac:chgData name="Daniel Md Berggren" userId="S::dberggr@purdue.edu::80b87969-4dac-44ec-a624-86b58a9e8ae6" providerId="AD" clId="Web-{0874F955-201F-FA12-08DE-3D5459FE5569}" dt="2026-04-21T23:05:35.333" v="325"/>
          <ac:picMkLst>
            <pc:docMk/>
            <pc:sldMk cId="1376125492" sldId="271"/>
            <ac:picMk id="9" creationId="{2D27712A-421F-C610-5555-5FDCD18DE696}"/>
          </ac:picMkLst>
        </pc:picChg>
        <pc:picChg chg="mod">
          <ac:chgData name="Daniel Md Berggren" userId="S::dberggr@purdue.edu::80b87969-4dac-44ec-a624-86b58a9e8ae6" providerId="AD" clId="Web-{0874F955-201F-FA12-08DE-3D5459FE5569}" dt="2026-04-21T23:06:16.819" v="341" actId="1076"/>
          <ac:picMkLst>
            <pc:docMk/>
            <pc:sldMk cId="1376125492" sldId="271"/>
            <ac:picMk id="10" creationId="{145B93FC-B52F-F650-41E3-40DE7909EB0B}"/>
          </ac:picMkLst>
        </pc:picChg>
      </pc:sldChg>
      <pc:sldChg chg="delSp modSp add replId">
        <pc:chgData name="Daniel Md Berggren" userId="S::dberggr@purdue.edu::80b87969-4dac-44ec-a624-86b58a9e8ae6" providerId="AD" clId="Web-{0874F955-201F-FA12-08DE-3D5459FE5569}" dt="2026-04-21T23:08:50.363" v="412" actId="1076"/>
        <pc:sldMkLst>
          <pc:docMk/>
          <pc:sldMk cId="4172056887" sldId="278"/>
        </pc:sldMkLst>
        <pc:spChg chg="mod">
          <ac:chgData name="Daniel Md Berggren" userId="S::dberggr@purdue.edu::80b87969-4dac-44ec-a624-86b58a9e8ae6" providerId="AD" clId="Web-{0874F955-201F-FA12-08DE-3D5459FE5569}" dt="2026-04-21T23:08:50.363" v="412" actId="1076"/>
          <ac:spMkLst>
            <pc:docMk/>
            <pc:sldMk cId="4172056887" sldId="278"/>
            <ac:spMk id="3" creationId="{3B23BFF4-F245-7A02-3265-B5C00768E39A}"/>
          </ac:spMkLst>
        </pc:spChg>
        <pc:spChg chg="del">
          <ac:chgData name="Daniel Md Berggren" userId="S::dberggr@purdue.edu::80b87969-4dac-44ec-a624-86b58a9e8ae6" providerId="AD" clId="Web-{0874F955-201F-FA12-08DE-3D5459FE5569}" dt="2026-04-21T23:06:57.182" v="345"/>
          <ac:spMkLst>
            <pc:docMk/>
            <pc:sldMk cId="4172056887" sldId="278"/>
            <ac:spMk id="11" creationId="{330A6C57-ABB6-C10A-60FF-95A0AD3B3BBE}"/>
          </ac:spMkLst>
        </pc:spChg>
        <pc:picChg chg="mod">
          <ac:chgData name="Daniel Md Berggren" userId="S::dberggr@purdue.edu::80b87969-4dac-44ec-a624-86b58a9e8ae6" providerId="AD" clId="Web-{0874F955-201F-FA12-08DE-3D5459FE5569}" dt="2026-04-21T23:08:23.970" v="407" actId="14100"/>
          <ac:picMkLst>
            <pc:docMk/>
            <pc:sldMk cId="4172056887" sldId="278"/>
            <ac:picMk id="9" creationId="{EA55ECAA-9919-D048-002E-4D2EA126B90A}"/>
          </ac:picMkLst>
        </pc:picChg>
        <pc:picChg chg="del">
          <ac:chgData name="Daniel Md Berggren" userId="S::dberggr@purdue.edu::80b87969-4dac-44ec-a624-86b58a9e8ae6" providerId="AD" clId="Web-{0874F955-201F-FA12-08DE-3D5459FE5569}" dt="2026-04-21T23:06:57.182" v="346"/>
          <ac:picMkLst>
            <pc:docMk/>
            <pc:sldMk cId="4172056887" sldId="278"/>
            <ac:picMk id="10" creationId="{6D129703-7348-3F93-CE37-5F989D1684E9}"/>
          </ac:picMkLst>
        </pc:picChg>
      </pc:sldChg>
    </pc:docChg>
  </pc:docChgLst>
  <pc:docChgLst>
    <pc:chgData name="Sophia Hammarskjold" userId="S::shammars@purdue.edu::12af6a2f-d4c0-476a-b439-52b5013a1cce" providerId="AD" clId="Web-{915533CB-8999-9BCE-00E3-CD125FA0309F}"/>
    <pc:docChg chg="modSld">
      <pc:chgData name="Sophia Hammarskjold" userId="S::shammars@purdue.edu::12af6a2f-d4c0-476a-b439-52b5013a1cce" providerId="AD" clId="Web-{915533CB-8999-9BCE-00E3-CD125FA0309F}" dt="2026-04-21T16:10:20.350" v="73" actId="20577"/>
      <pc:docMkLst>
        <pc:docMk/>
      </pc:docMkLst>
      <pc:sldChg chg="modSp">
        <pc:chgData name="Sophia Hammarskjold" userId="S::shammars@purdue.edu::12af6a2f-d4c0-476a-b439-52b5013a1cce" providerId="AD" clId="Web-{915533CB-8999-9BCE-00E3-CD125FA0309F}" dt="2026-04-21T16:10:20.350" v="73" actId="20577"/>
        <pc:sldMkLst>
          <pc:docMk/>
          <pc:sldMk cId="1411641973" sldId="270"/>
        </pc:sldMkLst>
        <pc:spChg chg="mod">
          <ac:chgData name="Sophia Hammarskjold" userId="S::shammars@purdue.edu::12af6a2f-d4c0-476a-b439-52b5013a1cce" providerId="AD" clId="Web-{915533CB-8999-9BCE-00E3-CD125FA0309F}" dt="2026-04-21T16:10:20.350" v="73" actId="20577"/>
          <ac:spMkLst>
            <pc:docMk/>
            <pc:sldMk cId="1411641973" sldId="270"/>
            <ac:spMk id="3" creationId="{2043CC04-6F4B-A855-2B30-02033A6AFB47}"/>
          </ac:spMkLst>
        </pc:spChg>
      </pc:sldChg>
    </pc:docChg>
  </pc:docChgLst>
  <pc:docChgLst>
    <pc:chgData name="Sophia Hammarskjold" userId="S::shammars@purdue.edu::12af6a2f-d4c0-476a-b439-52b5013a1cce" providerId="AD" clId="Web-{A7AA8AD4-F62D-4CEF-1B99-A57B38C4B5BF}"/>
    <pc:docChg chg="addSld delSld modSld sldOrd delSection modSection">
      <pc:chgData name="Sophia Hammarskjold" userId="S::shammars@purdue.edu::12af6a2f-d4c0-476a-b439-52b5013a1cce" providerId="AD" clId="Web-{A7AA8AD4-F62D-4CEF-1B99-A57B38C4B5BF}" dt="2026-04-21T23:15:07.380" v="438" actId="20577"/>
      <pc:docMkLst>
        <pc:docMk/>
      </pc:docMkLst>
      <pc:sldChg chg="modSp modNotes">
        <pc:chgData name="Sophia Hammarskjold" userId="S::shammars@purdue.edu::12af6a2f-d4c0-476a-b439-52b5013a1cce" providerId="AD" clId="Web-{A7AA8AD4-F62D-4CEF-1B99-A57B38C4B5BF}" dt="2026-04-21T23:10:20.083" v="276" actId="20577"/>
        <pc:sldMkLst>
          <pc:docMk/>
          <pc:sldMk cId="3513621809" sldId="261"/>
        </pc:sldMkLst>
        <pc:spChg chg="mod">
          <ac:chgData name="Sophia Hammarskjold" userId="S::shammars@purdue.edu::12af6a2f-d4c0-476a-b439-52b5013a1cce" providerId="AD" clId="Web-{A7AA8AD4-F62D-4CEF-1B99-A57B38C4B5BF}" dt="2026-04-21T23:10:20.083" v="276" actId="20577"/>
          <ac:spMkLst>
            <pc:docMk/>
            <pc:sldMk cId="3513621809" sldId="261"/>
            <ac:spMk id="3" creationId="{3D1269F3-7265-0B07-32F4-F766CA252395}"/>
          </ac:spMkLst>
        </pc:spChg>
      </pc:sldChg>
      <pc:sldChg chg="add del">
        <pc:chgData name="Sophia Hammarskjold" userId="S::shammars@purdue.edu::12af6a2f-d4c0-476a-b439-52b5013a1cce" providerId="AD" clId="Web-{A7AA8AD4-F62D-4CEF-1B99-A57B38C4B5BF}" dt="2026-04-21T23:02:03.164" v="101"/>
        <pc:sldMkLst>
          <pc:docMk/>
          <pc:sldMk cId="3575537977" sldId="264"/>
        </pc:sldMkLst>
      </pc:sldChg>
      <pc:sldChg chg="modSp">
        <pc:chgData name="Sophia Hammarskjold" userId="S::shammars@purdue.edu::12af6a2f-d4c0-476a-b439-52b5013a1cce" providerId="AD" clId="Web-{A7AA8AD4-F62D-4CEF-1B99-A57B38C4B5BF}" dt="2026-04-21T22:12:21.013" v="55" actId="20577"/>
        <pc:sldMkLst>
          <pc:docMk/>
          <pc:sldMk cId="2415389268" sldId="268"/>
        </pc:sldMkLst>
        <pc:spChg chg="mod">
          <ac:chgData name="Sophia Hammarskjold" userId="S::shammars@purdue.edu::12af6a2f-d4c0-476a-b439-52b5013a1cce" providerId="AD" clId="Web-{A7AA8AD4-F62D-4CEF-1B99-A57B38C4B5BF}" dt="2026-04-21T22:12:21.013" v="55" actId="20577"/>
          <ac:spMkLst>
            <pc:docMk/>
            <pc:sldMk cId="2415389268" sldId="268"/>
            <ac:spMk id="3" creationId="{4D82609D-FC6A-ED64-9B63-109BDF6DA4FF}"/>
          </ac:spMkLst>
        </pc:spChg>
      </pc:sldChg>
      <pc:sldChg chg="modSp">
        <pc:chgData name="Sophia Hammarskjold" userId="S::shammars@purdue.edu::12af6a2f-d4c0-476a-b439-52b5013a1cce" providerId="AD" clId="Web-{A7AA8AD4-F62D-4CEF-1B99-A57B38C4B5BF}" dt="2026-04-21T22:55:26.641" v="82" actId="1076"/>
        <pc:sldMkLst>
          <pc:docMk/>
          <pc:sldMk cId="3484425249" sldId="269"/>
        </pc:sldMkLst>
        <pc:spChg chg="mod">
          <ac:chgData name="Sophia Hammarskjold" userId="S::shammars@purdue.edu::12af6a2f-d4c0-476a-b439-52b5013a1cce" providerId="AD" clId="Web-{A7AA8AD4-F62D-4CEF-1B99-A57B38C4B5BF}" dt="2026-04-21T22:55:23.610" v="81" actId="20577"/>
          <ac:spMkLst>
            <pc:docMk/>
            <pc:sldMk cId="3484425249" sldId="269"/>
            <ac:spMk id="2" creationId="{7B5C08C7-EB77-0391-328B-0526B9D03DE5}"/>
          </ac:spMkLst>
        </pc:spChg>
        <pc:picChg chg="mod">
          <ac:chgData name="Sophia Hammarskjold" userId="S::shammars@purdue.edu::12af6a2f-d4c0-476a-b439-52b5013a1cce" providerId="AD" clId="Web-{A7AA8AD4-F62D-4CEF-1B99-A57B38C4B5BF}" dt="2026-04-21T22:55:26.641" v="82" actId="1076"/>
          <ac:picMkLst>
            <pc:docMk/>
            <pc:sldMk cId="3484425249" sldId="269"/>
            <ac:picMk id="8" creationId="{0223F981-5057-39F9-7BDA-6A50B111ECBA}"/>
          </ac:picMkLst>
        </pc:picChg>
      </pc:sldChg>
      <pc:sldChg chg="add del">
        <pc:chgData name="Sophia Hammarskjold" userId="S::shammars@purdue.edu::12af6a2f-d4c0-476a-b439-52b5013a1cce" providerId="AD" clId="Web-{A7AA8AD4-F62D-4CEF-1B99-A57B38C4B5BF}" dt="2026-04-21T23:02:03.039" v="98"/>
        <pc:sldMkLst>
          <pc:docMk/>
          <pc:sldMk cId="1411641973" sldId="270"/>
        </pc:sldMkLst>
      </pc:sldChg>
      <pc:sldChg chg="modSp add del">
        <pc:chgData name="Sophia Hammarskjold" userId="S::shammars@purdue.edu::12af6a2f-d4c0-476a-b439-52b5013a1cce" providerId="AD" clId="Web-{A7AA8AD4-F62D-4CEF-1B99-A57B38C4B5BF}" dt="2026-04-21T23:15:07.380" v="438" actId="20577"/>
        <pc:sldMkLst>
          <pc:docMk/>
          <pc:sldMk cId="1894339775" sldId="272"/>
        </pc:sldMkLst>
        <pc:spChg chg="mod">
          <ac:chgData name="Sophia Hammarskjold" userId="S::shammars@purdue.edu::12af6a2f-d4c0-476a-b439-52b5013a1cce" providerId="AD" clId="Web-{A7AA8AD4-F62D-4CEF-1B99-A57B38C4B5BF}" dt="2026-04-21T23:15:07.380" v="438" actId="20577"/>
          <ac:spMkLst>
            <pc:docMk/>
            <pc:sldMk cId="1894339775" sldId="272"/>
            <ac:spMk id="3" creationId="{2043CC04-6F4B-A855-2B30-02033A6AFB47}"/>
          </ac:spMkLst>
        </pc:spChg>
      </pc:sldChg>
      <pc:sldChg chg="modSp">
        <pc:chgData name="Sophia Hammarskjold" userId="S::shammars@purdue.edu::12af6a2f-d4c0-476a-b439-52b5013a1cce" providerId="AD" clId="Web-{A7AA8AD4-F62D-4CEF-1B99-A57B38C4B5BF}" dt="2026-04-21T22:56:43.112" v="93" actId="20577"/>
        <pc:sldMkLst>
          <pc:docMk/>
          <pc:sldMk cId="2990752899" sldId="273"/>
        </pc:sldMkLst>
        <pc:spChg chg="mod">
          <ac:chgData name="Sophia Hammarskjold" userId="S::shammars@purdue.edu::12af6a2f-d4c0-476a-b439-52b5013a1cce" providerId="AD" clId="Web-{A7AA8AD4-F62D-4CEF-1B99-A57B38C4B5BF}" dt="2026-04-21T22:56:43.112" v="93" actId="20577"/>
          <ac:spMkLst>
            <pc:docMk/>
            <pc:sldMk cId="2990752899" sldId="273"/>
            <ac:spMk id="2" creationId="{7B5C08C7-EB77-0391-328B-0526B9D03DE5}"/>
          </ac:spMkLst>
        </pc:spChg>
      </pc:sldChg>
      <pc:sldChg chg="ord">
        <pc:chgData name="Sophia Hammarskjold" userId="S::shammars@purdue.edu::12af6a2f-d4c0-476a-b439-52b5013a1cce" providerId="AD" clId="Web-{A7AA8AD4-F62D-4CEF-1B99-A57B38C4B5BF}" dt="2026-04-21T22:49:52.986" v="64"/>
        <pc:sldMkLst>
          <pc:docMk/>
          <pc:sldMk cId="2554069685" sldId="274"/>
        </pc:sldMkLst>
      </pc:sldChg>
      <pc:sldChg chg="add del modNotes">
        <pc:chgData name="Sophia Hammarskjold" userId="S::shammars@purdue.edu::12af6a2f-d4c0-476a-b439-52b5013a1cce" providerId="AD" clId="Web-{A7AA8AD4-F62D-4CEF-1B99-A57B38C4B5BF}" dt="2026-04-21T23:02:03.133" v="100"/>
        <pc:sldMkLst>
          <pc:docMk/>
          <pc:sldMk cId="1307070534" sldId="275"/>
        </pc:sldMkLst>
      </pc:sldChg>
    </pc:docChg>
  </pc:docChgLst>
  <pc:docChgLst>
    <pc:chgData name="Alan Rodrigo Medina" userId="S::medin101@purdue.edu::d88aaf98-2b53-4b60-ae0d-399c1a28cde8" providerId="AD" clId="Web-{A440240B-FAA5-231D-85B8-FFA191C34A1B}"/>
    <pc:docChg chg="sldOrd">
      <pc:chgData name="Alan Rodrigo Medina" userId="S::medin101@purdue.edu::d88aaf98-2b53-4b60-ae0d-399c1a28cde8" providerId="AD" clId="Web-{A440240B-FAA5-231D-85B8-FFA191C34A1B}" dt="2026-04-14T17:26:16.363" v="0"/>
      <pc:docMkLst>
        <pc:docMk/>
      </pc:docMkLst>
      <pc:sldChg chg="ord">
        <pc:chgData name="Alan Rodrigo Medina" userId="S::medin101@purdue.edu::d88aaf98-2b53-4b60-ae0d-399c1a28cde8" providerId="AD" clId="Web-{A440240B-FAA5-231D-85B8-FFA191C34A1B}" dt="2026-04-14T17:26:16.363" v="0"/>
        <pc:sldMkLst>
          <pc:docMk/>
          <pc:sldMk cId="3513621809" sldId="261"/>
        </pc:sldMkLst>
      </pc:sldChg>
    </pc:docChg>
  </pc:docChgLst>
  <pc:docChgLst>
    <pc:chgData name="Alan Rodrigo Medina" userId="S::medin101@purdue.edu::d88aaf98-2b53-4b60-ae0d-399c1a28cde8" providerId="AD" clId="Web-{D49730A1-97E8-6027-F789-9C87B0113224}"/>
    <pc:docChg chg="modSld sldOrd">
      <pc:chgData name="Alan Rodrigo Medina" userId="S::medin101@purdue.edu::d88aaf98-2b53-4b60-ae0d-399c1a28cde8" providerId="AD" clId="Web-{D49730A1-97E8-6027-F789-9C87B0113224}" dt="2026-04-17T16:35:33.238" v="60" actId="1076"/>
      <pc:docMkLst>
        <pc:docMk/>
      </pc:docMkLst>
      <pc:sldChg chg="ord">
        <pc:chgData name="Alan Rodrigo Medina" userId="S::medin101@purdue.edu::d88aaf98-2b53-4b60-ae0d-399c1a28cde8" providerId="AD" clId="Web-{D49730A1-97E8-6027-F789-9C87B0113224}" dt="2026-04-17T14:13:46.847" v="1"/>
        <pc:sldMkLst>
          <pc:docMk/>
          <pc:sldMk cId="3258932340" sldId="257"/>
        </pc:sldMkLst>
      </pc:sldChg>
      <pc:sldChg chg="addSp delSp modSp">
        <pc:chgData name="Alan Rodrigo Medina" userId="S::medin101@purdue.edu::d88aaf98-2b53-4b60-ae0d-399c1a28cde8" providerId="AD" clId="Web-{D49730A1-97E8-6027-F789-9C87B0113224}" dt="2026-04-17T16:34:59.097" v="54" actId="20577"/>
        <pc:sldMkLst>
          <pc:docMk/>
          <pc:sldMk cId="3127736104" sldId="259"/>
        </pc:sldMkLst>
        <pc:spChg chg="mod">
          <ac:chgData name="Alan Rodrigo Medina" userId="S::medin101@purdue.edu::d88aaf98-2b53-4b60-ae0d-399c1a28cde8" providerId="AD" clId="Web-{D49730A1-97E8-6027-F789-9C87B0113224}" dt="2026-04-17T16:34:59.097" v="54" actId="20577"/>
          <ac:spMkLst>
            <pc:docMk/>
            <pc:sldMk cId="3127736104" sldId="259"/>
            <ac:spMk id="3" creationId="{F156EDBA-6158-B9F1-B74B-2F626AB27C79}"/>
          </ac:spMkLst>
        </pc:spChg>
        <pc:picChg chg="add mod">
          <ac:chgData name="Alan Rodrigo Medina" userId="S::medin101@purdue.edu::d88aaf98-2b53-4b60-ae0d-399c1a28cde8" providerId="AD" clId="Web-{D49730A1-97E8-6027-F789-9C87B0113224}" dt="2026-04-17T16:34:27.409" v="39" actId="14100"/>
          <ac:picMkLst>
            <pc:docMk/>
            <pc:sldMk cId="3127736104" sldId="259"/>
            <ac:picMk id="7" creationId="{27F176CC-4F48-D521-031D-F208E1FB0EBA}"/>
          </ac:picMkLst>
        </pc:picChg>
      </pc:sldChg>
      <pc:sldChg chg="addSp delSp modSp">
        <pc:chgData name="Alan Rodrigo Medina" userId="S::medin101@purdue.edu::d88aaf98-2b53-4b60-ae0d-399c1a28cde8" providerId="AD" clId="Web-{D49730A1-97E8-6027-F789-9C87B0113224}" dt="2026-04-17T16:35:33.238" v="60" actId="1076"/>
        <pc:sldMkLst>
          <pc:docMk/>
          <pc:sldMk cId="4291045451" sldId="263"/>
        </pc:sldMkLst>
        <pc:picChg chg="add del">
          <ac:chgData name="Alan Rodrigo Medina" userId="S::medin101@purdue.edu::d88aaf98-2b53-4b60-ae0d-399c1a28cde8" providerId="AD" clId="Web-{D49730A1-97E8-6027-F789-9C87B0113224}" dt="2026-04-17T16:35:31.206" v="58"/>
          <ac:picMkLst>
            <pc:docMk/>
            <pc:sldMk cId="4291045451" sldId="263"/>
            <ac:picMk id="4" creationId="{F486B89D-6586-F08E-EC6C-4213D2E16EF3}"/>
          </ac:picMkLst>
        </pc:picChg>
        <pc:picChg chg="add del mod">
          <ac:chgData name="Alan Rodrigo Medina" userId="S::medin101@purdue.edu::d88aaf98-2b53-4b60-ae0d-399c1a28cde8" providerId="AD" clId="Web-{D49730A1-97E8-6027-F789-9C87B0113224}" dt="2026-04-17T16:35:33.238" v="60" actId="1076"/>
          <ac:picMkLst>
            <pc:docMk/>
            <pc:sldMk cId="4291045451" sldId="263"/>
            <ac:picMk id="7" creationId="{1DB69725-E73B-9C4B-AAC6-C7D203A6ED94}"/>
          </ac:picMkLst>
        </pc:picChg>
      </pc:sldChg>
      <pc:sldChg chg="ord">
        <pc:chgData name="Alan Rodrigo Medina" userId="S::medin101@purdue.edu::d88aaf98-2b53-4b60-ae0d-399c1a28cde8" providerId="AD" clId="Web-{D49730A1-97E8-6027-F789-9C87B0113224}" dt="2026-04-17T14:13:41.379" v="0"/>
        <pc:sldMkLst>
          <pc:docMk/>
          <pc:sldMk cId="3538484676" sldId="265"/>
        </pc:sldMkLst>
      </pc:sldChg>
      <pc:sldChg chg="modSp">
        <pc:chgData name="Alan Rodrigo Medina" userId="S::medin101@purdue.edu::d88aaf98-2b53-4b60-ae0d-399c1a28cde8" providerId="AD" clId="Web-{D49730A1-97E8-6027-F789-9C87B0113224}" dt="2026-04-17T16:20:34.459" v="17" actId="20577"/>
        <pc:sldMkLst>
          <pc:docMk/>
          <pc:sldMk cId="2415389268" sldId="268"/>
        </pc:sldMkLst>
        <pc:spChg chg="mod">
          <ac:chgData name="Alan Rodrigo Medina" userId="S::medin101@purdue.edu::d88aaf98-2b53-4b60-ae0d-399c1a28cde8" providerId="AD" clId="Web-{D49730A1-97E8-6027-F789-9C87B0113224}" dt="2026-04-17T16:20:34.459" v="17" actId="20577"/>
          <ac:spMkLst>
            <pc:docMk/>
            <pc:sldMk cId="2415389268" sldId="268"/>
            <ac:spMk id="2" creationId="{18139CA2-5E20-EC5B-5085-6235021BBF29}"/>
          </ac:spMkLst>
        </pc:spChg>
      </pc:sldChg>
    </pc:docChg>
  </pc:docChgLst>
  <pc:docChgLst>
    <pc:chgData name="Alan Rodrigo Medina" userId="d88aaf98-2b53-4b60-ae0d-399c1a28cde8" providerId="ADAL" clId="{514E7A3F-F808-4034-B067-6806B823D664}"/>
    <pc:docChg chg="undo custSel addSld delSld modSld modSection">
      <pc:chgData name="Alan Rodrigo Medina" userId="d88aaf98-2b53-4b60-ae0d-399c1a28cde8" providerId="ADAL" clId="{514E7A3F-F808-4034-B067-6806B823D664}" dt="2026-04-21T23:03:06.979" v="214" actId="113"/>
      <pc:docMkLst>
        <pc:docMk/>
      </pc:docMkLst>
      <pc:sldChg chg="delSp mod">
        <pc:chgData name="Alan Rodrigo Medina" userId="d88aaf98-2b53-4b60-ae0d-399c1a28cde8" providerId="ADAL" clId="{514E7A3F-F808-4034-B067-6806B823D664}" dt="2026-04-21T22:03:03.503" v="40" actId="478"/>
        <pc:sldMkLst>
          <pc:docMk/>
          <pc:sldMk cId="3127736104" sldId="259"/>
        </pc:sldMkLst>
        <pc:picChg chg="del">
          <ac:chgData name="Alan Rodrigo Medina" userId="d88aaf98-2b53-4b60-ae0d-399c1a28cde8" providerId="ADAL" clId="{514E7A3F-F808-4034-B067-6806B823D664}" dt="2026-04-21T22:03:03.503" v="40" actId="478"/>
          <ac:picMkLst>
            <pc:docMk/>
            <pc:sldMk cId="3127736104" sldId="259"/>
            <ac:picMk id="6" creationId="{37E10EE9-5311-9A85-CE8D-38989B97944D}"/>
          </ac:picMkLst>
        </pc:picChg>
      </pc:sldChg>
      <pc:sldChg chg="modNotesTx">
        <pc:chgData name="Alan Rodrigo Medina" userId="d88aaf98-2b53-4b60-ae0d-399c1a28cde8" providerId="ADAL" clId="{514E7A3F-F808-4034-B067-6806B823D664}" dt="2026-04-21T21:34:43.967" v="4" actId="20577"/>
        <pc:sldMkLst>
          <pc:docMk/>
          <pc:sldMk cId="96694836" sldId="260"/>
        </pc:sldMkLst>
      </pc:sldChg>
      <pc:sldChg chg="addSp delSp modSp mod">
        <pc:chgData name="Alan Rodrigo Medina" userId="d88aaf98-2b53-4b60-ae0d-399c1a28cde8" providerId="ADAL" clId="{514E7A3F-F808-4034-B067-6806B823D664}" dt="2026-04-21T23:03:06.979" v="214" actId="113"/>
        <pc:sldMkLst>
          <pc:docMk/>
          <pc:sldMk cId="3513621809" sldId="261"/>
        </pc:sldMkLst>
        <pc:spChg chg="mod">
          <ac:chgData name="Alan Rodrigo Medina" userId="d88aaf98-2b53-4b60-ae0d-399c1a28cde8" providerId="ADAL" clId="{514E7A3F-F808-4034-B067-6806B823D664}" dt="2026-04-21T23:03:06.979" v="214" actId="113"/>
          <ac:spMkLst>
            <pc:docMk/>
            <pc:sldMk cId="3513621809" sldId="261"/>
            <ac:spMk id="3" creationId="{3D1269F3-7265-0B07-32F4-F766CA252395}"/>
          </ac:spMkLst>
        </pc:spChg>
        <pc:picChg chg="add del mod">
          <ac:chgData name="Alan Rodrigo Medina" userId="d88aaf98-2b53-4b60-ae0d-399c1a28cde8" providerId="ADAL" clId="{514E7A3F-F808-4034-B067-6806B823D664}" dt="2026-04-21T22:32:31.754" v="81" actId="478"/>
          <ac:picMkLst>
            <pc:docMk/>
            <pc:sldMk cId="3513621809" sldId="261"/>
            <ac:picMk id="5" creationId="{225C18A4-74C2-D7E8-BFF5-B33D30E176E5}"/>
          </ac:picMkLst>
        </pc:picChg>
        <pc:picChg chg="add mod">
          <ac:chgData name="Alan Rodrigo Medina" userId="d88aaf98-2b53-4b60-ae0d-399c1a28cde8" providerId="ADAL" clId="{514E7A3F-F808-4034-B067-6806B823D664}" dt="2026-04-21T22:39:30.158" v="114" actId="1076"/>
          <ac:picMkLst>
            <pc:docMk/>
            <pc:sldMk cId="3513621809" sldId="261"/>
            <ac:picMk id="2050" creationId="{8F2F8ECC-2AF7-37B8-325E-2CED4059FAA2}"/>
          </ac:picMkLst>
        </pc:picChg>
      </pc:sldChg>
      <pc:sldChg chg="addSp modSp mod modNotesTx">
        <pc:chgData name="Alan Rodrigo Medina" userId="d88aaf98-2b53-4b60-ae0d-399c1a28cde8" providerId="ADAL" clId="{514E7A3F-F808-4034-B067-6806B823D664}" dt="2026-04-21T22:49:53.494" v="130" actId="20577"/>
        <pc:sldMkLst>
          <pc:docMk/>
          <pc:sldMk cId="2285522245" sldId="262"/>
        </pc:sldMkLst>
        <pc:spChg chg="mod">
          <ac:chgData name="Alan Rodrigo Medina" userId="d88aaf98-2b53-4b60-ae0d-399c1a28cde8" providerId="ADAL" clId="{514E7A3F-F808-4034-B067-6806B823D664}" dt="2026-04-21T22:36:25.749" v="106" actId="14100"/>
          <ac:spMkLst>
            <pc:docMk/>
            <pc:sldMk cId="2285522245" sldId="262"/>
            <ac:spMk id="3" creationId="{CF1684B0-4819-AE1E-BE76-D8F71D6DE3CF}"/>
          </ac:spMkLst>
        </pc:spChg>
        <pc:picChg chg="add mod">
          <ac:chgData name="Alan Rodrigo Medina" userId="d88aaf98-2b53-4b60-ae0d-399c1a28cde8" providerId="ADAL" clId="{514E7A3F-F808-4034-B067-6806B823D664}" dt="2026-04-21T22:36:33.204" v="109" actId="1076"/>
          <ac:picMkLst>
            <pc:docMk/>
            <pc:sldMk cId="2285522245" sldId="262"/>
            <ac:picMk id="5" creationId="{BCF1F219-AC20-BB5E-1BCE-8D14D41164D0}"/>
          </ac:picMkLst>
        </pc:picChg>
      </pc:sldChg>
      <pc:sldChg chg="addSp delSp modSp mod modNotesTx">
        <pc:chgData name="Alan Rodrigo Medina" userId="d88aaf98-2b53-4b60-ae0d-399c1a28cde8" providerId="ADAL" clId="{514E7A3F-F808-4034-B067-6806B823D664}" dt="2026-04-21T22:10:03.514" v="77" actId="1076"/>
        <pc:sldMkLst>
          <pc:docMk/>
          <pc:sldMk cId="3446645622" sldId="266"/>
        </pc:sldMkLst>
        <pc:spChg chg="mod">
          <ac:chgData name="Alan Rodrigo Medina" userId="d88aaf98-2b53-4b60-ae0d-399c1a28cde8" providerId="ADAL" clId="{514E7A3F-F808-4034-B067-6806B823D664}" dt="2026-04-21T22:09:55.494" v="72" actId="27636"/>
          <ac:spMkLst>
            <pc:docMk/>
            <pc:sldMk cId="3446645622" sldId="266"/>
            <ac:spMk id="3" creationId="{EBFBADC5-062A-7C19-728C-6005C9FBE951}"/>
          </ac:spMkLst>
        </pc:spChg>
        <pc:picChg chg="add del mod">
          <ac:chgData name="Alan Rodrigo Medina" userId="d88aaf98-2b53-4b60-ae0d-399c1a28cde8" providerId="ADAL" clId="{514E7A3F-F808-4034-B067-6806B823D664}" dt="2026-04-21T22:04:33.099" v="48" actId="478"/>
          <ac:picMkLst>
            <pc:docMk/>
            <pc:sldMk cId="3446645622" sldId="266"/>
            <ac:picMk id="5" creationId="{E03ED6E9-7B2E-F91D-EDBC-F16E26CC2C3B}"/>
          </ac:picMkLst>
        </pc:picChg>
        <pc:picChg chg="add mod">
          <ac:chgData name="Alan Rodrigo Medina" userId="d88aaf98-2b53-4b60-ae0d-399c1a28cde8" providerId="ADAL" clId="{514E7A3F-F808-4034-B067-6806B823D664}" dt="2026-04-21T22:10:03.514" v="77" actId="1076"/>
          <ac:picMkLst>
            <pc:docMk/>
            <pc:sldMk cId="3446645622" sldId="266"/>
            <ac:picMk id="7" creationId="{414E1647-11E1-9091-A555-E4C5E728DE4B}"/>
          </ac:picMkLst>
        </pc:picChg>
      </pc:sldChg>
      <pc:sldChg chg="addSp delSp modSp mod">
        <pc:chgData name="Alan Rodrigo Medina" userId="d88aaf98-2b53-4b60-ae0d-399c1a28cde8" providerId="ADAL" clId="{514E7A3F-F808-4034-B067-6806B823D664}" dt="2026-04-21T22:02:24.763" v="39" actId="478"/>
        <pc:sldMkLst>
          <pc:docMk/>
          <pc:sldMk cId="2415389268" sldId="268"/>
        </pc:sldMkLst>
        <pc:spChg chg="add">
          <ac:chgData name="Alan Rodrigo Medina" userId="d88aaf98-2b53-4b60-ae0d-399c1a28cde8" providerId="ADAL" clId="{514E7A3F-F808-4034-B067-6806B823D664}" dt="2026-04-21T21:58:29.005" v="22"/>
          <ac:spMkLst>
            <pc:docMk/>
            <pc:sldMk cId="2415389268" sldId="268"/>
            <ac:spMk id="5" creationId="{01BF8DAD-90DD-B713-8E0F-D03B5D3A68BB}"/>
          </ac:spMkLst>
        </pc:spChg>
        <pc:spChg chg="add mod">
          <ac:chgData name="Alan Rodrigo Medina" userId="d88aaf98-2b53-4b60-ae0d-399c1a28cde8" providerId="ADAL" clId="{514E7A3F-F808-4034-B067-6806B823D664}" dt="2026-04-21T21:58:41.291" v="24"/>
          <ac:spMkLst>
            <pc:docMk/>
            <pc:sldMk cId="2415389268" sldId="268"/>
            <ac:spMk id="6" creationId="{264AD56B-3498-49F4-C14E-CE2CDFF48FC5}"/>
          </ac:spMkLst>
        </pc:spChg>
        <pc:spChg chg="add del mod">
          <ac:chgData name="Alan Rodrigo Medina" userId="d88aaf98-2b53-4b60-ae0d-399c1a28cde8" providerId="ADAL" clId="{514E7A3F-F808-4034-B067-6806B823D664}" dt="2026-04-21T22:02:24.763" v="39" actId="478"/>
          <ac:spMkLst>
            <pc:docMk/>
            <pc:sldMk cId="2415389268" sldId="268"/>
            <ac:spMk id="11" creationId="{CC6C6D40-0C0A-94F6-0FFC-88BB46C1223A}"/>
          </ac:spMkLst>
        </pc:spChg>
        <pc:picChg chg="add mod">
          <ac:chgData name="Alan Rodrigo Medina" userId="d88aaf98-2b53-4b60-ae0d-399c1a28cde8" providerId="ADAL" clId="{514E7A3F-F808-4034-B067-6806B823D664}" dt="2026-04-21T22:00:21.079" v="29" actId="27614"/>
          <ac:picMkLst>
            <pc:docMk/>
            <pc:sldMk cId="2415389268" sldId="268"/>
            <ac:picMk id="8" creationId="{643CB4E3-AF84-1B66-E829-2E91CA008342}"/>
          </ac:picMkLst>
        </pc:picChg>
        <pc:picChg chg="add mod">
          <ac:chgData name="Alan Rodrigo Medina" userId="d88aaf98-2b53-4b60-ae0d-399c1a28cde8" providerId="ADAL" clId="{514E7A3F-F808-4034-B067-6806B823D664}" dt="2026-04-21T22:01:35.536" v="33" actId="27614"/>
          <ac:picMkLst>
            <pc:docMk/>
            <pc:sldMk cId="2415389268" sldId="268"/>
            <ac:picMk id="10" creationId="{A8B42C23-D39D-A0A5-DA68-3EF3C022169D}"/>
          </ac:picMkLst>
        </pc:picChg>
      </pc:sldChg>
      <pc:sldChg chg="addSp delSp modSp del mod">
        <pc:chgData name="Alan Rodrigo Medina" userId="d88aaf98-2b53-4b60-ae0d-399c1a28cde8" providerId="ADAL" clId="{514E7A3F-F808-4034-B067-6806B823D664}" dt="2026-04-21T23:02:14.984" v="209" actId="2696"/>
        <pc:sldMkLst>
          <pc:docMk/>
          <pc:sldMk cId="3484425249" sldId="269"/>
        </pc:sldMkLst>
        <pc:picChg chg="add del mod">
          <ac:chgData name="Alan Rodrigo Medina" userId="d88aaf98-2b53-4b60-ae0d-399c1a28cde8" providerId="ADAL" clId="{514E7A3F-F808-4034-B067-6806B823D664}" dt="2026-04-21T22:39:57.311" v="118" actId="478"/>
          <ac:picMkLst>
            <pc:docMk/>
            <pc:sldMk cId="3484425249" sldId="269"/>
            <ac:picMk id="6" creationId="{D7A985F4-09EB-2024-23AC-83BC19E6EADB}"/>
          </ac:picMkLst>
        </pc:picChg>
        <pc:picChg chg="add mod">
          <ac:chgData name="Alan Rodrigo Medina" userId="d88aaf98-2b53-4b60-ae0d-399c1a28cde8" providerId="ADAL" clId="{514E7A3F-F808-4034-B067-6806B823D664}" dt="2026-04-21T22:41:35.187" v="123" actId="27614"/>
          <ac:picMkLst>
            <pc:docMk/>
            <pc:sldMk cId="3484425249" sldId="269"/>
            <ac:picMk id="8" creationId="{0223F981-5057-39F9-7BDA-6A50B111ECBA}"/>
          </ac:picMkLst>
        </pc:picChg>
      </pc:sldChg>
      <pc:sldChg chg="delSp modSp mod">
        <pc:chgData name="Alan Rodrigo Medina" userId="d88aaf98-2b53-4b60-ae0d-399c1a28cde8" providerId="ADAL" clId="{514E7A3F-F808-4034-B067-6806B823D664}" dt="2026-04-21T22:46:30.509" v="128" actId="1036"/>
        <pc:sldMkLst>
          <pc:docMk/>
          <pc:sldMk cId="1376125492" sldId="271"/>
        </pc:sldMkLst>
        <pc:spChg chg="mod">
          <ac:chgData name="Alan Rodrigo Medina" userId="d88aaf98-2b53-4b60-ae0d-399c1a28cde8" providerId="ADAL" clId="{514E7A3F-F808-4034-B067-6806B823D664}" dt="2026-04-21T21:54:05.624" v="18" actId="1076"/>
          <ac:spMkLst>
            <pc:docMk/>
            <pc:sldMk cId="1376125492" sldId="271"/>
            <ac:spMk id="11" creationId="{434C070D-3B23-6AB7-1623-33ACB8106458}"/>
          </ac:spMkLst>
        </pc:spChg>
        <pc:spChg chg="mod">
          <ac:chgData name="Alan Rodrigo Medina" userId="d88aaf98-2b53-4b60-ae0d-399c1a28cde8" providerId="ADAL" clId="{514E7A3F-F808-4034-B067-6806B823D664}" dt="2026-04-21T21:54:02.931" v="17" actId="1076"/>
          <ac:spMkLst>
            <pc:docMk/>
            <pc:sldMk cId="1376125492" sldId="271"/>
            <ac:spMk id="12" creationId="{26477092-72CB-0146-CCE5-BB6B2F9471D4}"/>
          </ac:spMkLst>
        </pc:spChg>
        <pc:graphicFrameChg chg="del mod modGraphic">
          <ac:chgData name="Alan Rodrigo Medina" userId="d88aaf98-2b53-4b60-ae0d-399c1a28cde8" providerId="ADAL" clId="{514E7A3F-F808-4034-B067-6806B823D664}" dt="2026-04-21T21:53:53.858" v="14" actId="478"/>
          <ac:graphicFrameMkLst>
            <pc:docMk/>
            <pc:sldMk cId="1376125492" sldId="271"/>
            <ac:graphicFrameMk id="8" creationId="{586891E3-DE22-5950-0686-4BE63F987F9C}"/>
          </ac:graphicFrameMkLst>
        </pc:graphicFrameChg>
        <pc:picChg chg="mod">
          <ac:chgData name="Alan Rodrigo Medina" userId="d88aaf98-2b53-4b60-ae0d-399c1a28cde8" providerId="ADAL" clId="{514E7A3F-F808-4034-B067-6806B823D664}" dt="2026-04-21T21:54:10.706" v="21" actId="14100"/>
          <ac:picMkLst>
            <pc:docMk/>
            <pc:sldMk cId="1376125492" sldId="271"/>
            <ac:picMk id="9" creationId="{2D27712A-421F-C610-5555-5FDCD18DE696}"/>
          </ac:picMkLst>
        </pc:picChg>
        <pc:picChg chg="mod">
          <ac:chgData name="Alan Rodrigo Medina" userId="d88aaf98-2b53-4b60-ae0d-399c1a28cde8" providerId="ADAL" clId="{514E7A3F-F808-4034-B067-6806B823D664}" dt="2026-04-21T22:46:30.509" v="128" actId="1036"/>
          <ac:picMkLst>
            <pc:docMk/>
            <pc:sldMk cId="1376125492" sldId="271"/>
            <ac:picMk id="10" creationId="{145B93FC-B52F-F650-41E3-40DE7909EB0B}"/>
          </ac:picMkLst>
        </pc:picChg>
      </pc:sldChg>
      <pc:sldChg chg="addSp modSp mod">
        <pc:chgData name="Alan Rodrigo Medina" userId="d88aaf98-2b53-4b60-ae0d-399c1a28cde8" providerId="ADAL" clId="{514E7A3F-F808-4034-B067-6806B823D664}" dt="2026-04-21T22:41:58.515" v="126" actId="1076"/>
        <pc:sldMkLst>
          <pc:docMk/>
          <pc:sldMk cId="2990752899" sldId="273"/>
        </pc:sldMkLst>
        <pc:picChg chg="add mod">
          <ac:chgData name="Alan Rodrigo Medina" userId="d88aaf98-2b53-4b60-ae0d-399c1a28cde8" providerId="ADAL" clId="{514E7A3F-F808-4034-B067-6806B823D664}" dt="2026-04-21T22:41:58.515" v="126" actId="1076"/>
          <ac:picMkLst>
            <pc:docMk/>
            <pc:sldMk cId="2990752899" sldId="273"/>
            <ac:picMk id="6" creationId="{6FE739AB-32D9-23CD-4D18-41D9B5C2D7E9}"/>
          </ac:picMkLst>
        </pc:picChg>
      </pc:sldChg>
      <pc:sldChg chg="new del">
        <pc:chgData name="Alan Rodrigo Medina" userId="d88aaf98-2b53-4b60-ae0d-399c1a28cde8" providerId="ADAL" clId="{514E7A3F-F808-4034-B067-6806B823D664}" dt="2026-04-21T22:36:43.608" v="110" actId="47"/>
        <pc:sldMkLst>
          <pc:docMk/>
          <pc:sldMk cId="1643331789" sldId="276"/>
        </pc:sldMkLst>
      </pc:sldChg>
      <pc:sldChg chg="modSp add mod modNotesTx">
        <pc:chgData name="Alan Rodrigo Medina" userId="d88aaf98-2b53-4b60-ae0d-399c1a28cde8" providerId="ADAL" clId="{514E7A3F-F808-4034-B067-6806B823D664}" dt="2026-04-21T22:49:34.665" v="129" actId="20577"/>
        <pc:sldMkLst>
          <pc:docMk/>
          <pc:sldMk cId="2355530149" sldId="277"/>
        </pc:sldMkLst>
        <pc:spChg chg="mod">
          <ac:chgData name="Alan Rodrigo Medina" userId="d88aaf98-2b53-4b60-ae0d-399c1a28cde8" providerId="ADAL" clId="{514E7A3F-F808-4034-B067-6806B823D664}" dt="2026-04-21T22:35:53.635" v="95" actId="6549"/>
          <ac:spMkLst>
            <pc:docMk/>
            <pc:sldMk cId="2355530149" sldId="277"/>
            <ac:spMk id="3" creationId="{1DA1773F-769A-5530-F474-D0F5784A1090}"/>
          </ac:spMkLst>
        </pc:spChg>
        <pc:picChg chg="mod">
          <ac:chgData name="Alan Rodrigo Medina" userId="d88aaf98-2b53-4b60-ae0d-399c1a28cde8" providerId="ADAL" clId="{514E7A3F-F808-4034-B067-6806B823D664}" dt="2026-04-21T22:36:07.749" v="100" actId="14100"/>
          <ac:picMkLst>
            <pc:docMk/>
            <pc:sldMk cId="2355530149" sldId="277"/>
            <ac:picMk id="5" creationId="{2030718C-F05B-B80E-9C35-AE3AFAD0AFAA}"/>
          </ac:picMkLst>
        </pc:picChg>
      </pc:sldChg>
    </pc:docChg>
  </pc:docChgLst>
  <pc:docChgLst>
    <pc:chgData name="Daniel Md Berggren" userId="80b87969-4dac-44ec-a624-86b58a9e8ae6" providerId="ADAL" clId="{7D6814CD-2B7A-4153-9B5D-24985B1C0AE0}"/>
    <pc:docChg chg="undo custSel modSld delSection">
      <pc:chgData name="Daniel Md Berggren" userId="80b87969-4dac-44ec-a624-86b58a9e8ae6" providerId="ADAL" clId="{7D6814CD-2B7A-4153-9B5D-24985B1C0AE0}" dt="2026-03-25T16:04:38.259" v="78" actId="20577"/>
      <pc:docMkLst>
        <pc:docMk/>
      </pc:docMkLst>
      <pc:sldChg chg="modSp mod">
        <pc:chgData name="Daniel Md Berggren" userId="80b87969-4dac-44ec-a624-86b58a9e8ae6" providerId="ADAL" clId="{7D6814CD-2B7A-4153-9B5D-24985B1C0AE0}" dt="2026-03-25T16:04:38.259" v="78" actId="20577"/>
        <pc:sldMkLst>
          <pc:docMk/>
          <pc:sldMk cId="3513621809" sldId="261"/>
        </pc:sldMkLst>
        <pc:spChg chg="mod">
          <ac:chgData name="Daniel Md Berggren" userId="80b87969-4dac-44ec-a624-86b58a9e8ae6" providerId="ADAL" clId="{7D6814CD-2B7A-4153-9B5D-24985B1C0AE0}" dt="2026-03-25T16:04:38.259" v="78" actId="20577"/>
          <ac:spMkLst>
            <pc:docMk/>
            <pc:sldMk cId="3513621809" sldId="261"/>
            <ac:spMk id="3" creationId="{3D1269F3-7265-0B07-32F4-F766CA252395}"/>
          </ac:spMkLst>
        </pc:spChg>
      </pc:sldChg>
    </pc:docChg>
  </pc:docChgLst>
  <pc:docChgLst>
    <pc:chgData name="Sophia Hammarskjold" userId="S::shammars@purdue.edu::12af6a2f-d4c0-476a-b439-52b5013a1cce" providerId="AD" clId="Web-{3EC91A71-AE5C-6E38-68A2-859772B9124F}"/>
    <pc:docChg chg="modSld">
      <pc:chgData name="Sophia Hammarskjold" userId="S::shammars@purdue.edu::12af6a2f-d4c0-476a-b439-52b5013a1cce" providerId="AD" clId="Web-{3EC91A71-AE5C-6E38-68A2-859772B9124F}" dt="2026-03-24T23:46:38.151" v="53"/>
      <pc:docMkLst>
        <pc:docMk/>
      </pc:docMkLst>
      <pc:sldChg chg="modSp modNotes">
        <pc:chgData name="Sophia Hammarskjold" userId="S::shammars@purdue.edu::12af6a2f-d4c0-476a-b439-52b5013a1cce" providerId="AD" clId="Web-{3EC91A71-AE5C-6E38-68A2-859772B9124F}" dt="2026-03-24T23:46:38.151" v="53"/>
        <pc:sldMkLst>
          <pc:docMk/>
          <pc:sldMk cId="1411641973" sldId="270"/>
        </pc:sldMkLst>
        <pc:spChg chg="mod">
          <ac:chgData name="Sophia Hammarskjold" userId="S::shammars@purdue.edu::12af6a2f-d4c0-476a-b439-52b5013a1cce" providerId="AD" clId="Web-{3EC91A71-AE5C-6E38-68A2-859772B9124F}" dt="2026-03-24T23:43:45.900" v="52" actId="20577"/>
          <ac:spMkLst>
            <pc:docMk/>
            <pc:sldMk cId="1411641973" sldId="270"/>
            <ac:spMk id="3" creationId="{2043CC04-6F4B-A855-2B30-02033A6AFB47}"/>
          </ac:spMkLst>
        </pc:spChg>
      </pc:sldChg>
    </pc:docChg>
  </pc:docChgLst>
  <pc:docChgLst>
    <pc:chgData name="Hongrui Luo" userId="8b37276b-23cd-4afb-a6b0-b621cb8e1ca7" providerId="ADAL" clId="{697B61ED-C526-480D-98E7-99534F26363D}"/>
    <pc:docChg chg="undo custSel addSld modSld addSection modSection">
      <pc:chgData name="Hongrui Luo" userId="8b37276b-23cd-4afb-a6b0-b621cb8e1ca7" providerId="ADAL" clId="{697B61ED-C526-480D-98E7-99534F26363D}" dt="2026-04-16T20:47:54.377" v="2910" actId="1076"/>
      <pc:docMkLst>
        <pc:docMk/>
      </pc:docMkLst>
      <pc:sldChg chg="modSp mod">
        <pc:chgData name="Hongrui Luo" userId="8b37276b-23cd-4afb-a6b0-b621cb8e1ca7" providerId="ADAL" clId="{697B61ED-C526-480D-98E7-99534F26363D}" dt="2026-04-16T19:47:38.833" v="1" actId="20577"/>
        <pc:sldMkLst>
          <pc:docMk/>
          <pc:sldMk cId="109857222" sldId="256"/>
        </pc:sldMkLst>
        <pc:spChg chg="mod">
          <ac:chgData name="Hongrui Luo" userId="8b37276b-23cd-4afb-a6b0-b621cb8e1ca7" providerId="ADAL" clId="{697B61ED-C526-480D-98E7-99534F26363D}" dt="2026-04-16T19:47:38.833" v="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mod">
        <pc:chgData name="Hongrui Luo" userId="8b37276b-23cd-4afb-a6b0-b621cb8e1ca7" providerId="ADAL" clId="{697B61ED-C526-480D-98E7-99534F26363D}" dt="2026-04-16T19:48:14.843" v="41" actId="20577"/>
        <pc:sldMkLst>
          <pc:docMk/>
          <pc:sldMk cId="3258932340" sldId="257"/>
        </pc:sldMkLst>
        <pc:spChg chg="mod">
          <ac:chgData name="Hongrui Luo" userId="8b37276b-23cd-4afb-a6b0-b621cb8e1ca7" providerId="ADAL" clId="{697B61ED-C526-480D-98E7-99534F26363D}" dt="2026-04-16T19:48:14.843" v="41" actId="20577"/>
          <ac:spMkLst>
            <pc:docMk/>
            <pc:sldMk cId="3258932340" sldId="257"/>
            <ac:spMk id="7" creationId="{94491BB9-F315-1B0D-52C3-E24E13564BE9}"/>
          </ac:spMkLst>
        </pc:spChg>
      </pc:sldChg>
      <pc:sldChg chg="modSp mod">
        <pc:chgData name="Hongrui Luo" userId="8b37276b-23cd-4afb-a6b0-b621cb8e1ca7" providerId="ADAL" clId="{697B61ED-C526-480D-98E7-99534F26363D}" dt="2026-04-16T19:59:46.716" v="368" actId="20577"/>
        <pc:sldMkLst>
          <pc:docMk/>
          <pc:sldMk cId="3127736104" sldId="259"/>
        </pc:sldMkLst>
        <pc:spChg chg="mod">
          <ac:chgData name="Hongrui Luo" userId="8b37276b-23cd-4afb-a6b0-b621cb8e1ca7" providerId="ADAL" clId="{697B61ED-C526-480D-98E7-99534F26363D}" dt="2026-04-16T19:59:46.716" v="368" actId="20577"/>
          <ac:spMkLst>
            <pc:docMk/>
            <pc:sldMk cId="3127736104" sldId="259"/>
            <ac:spMk id="3" creationId="{F156EDBA-6158-B9F1-B74B-2F626AB27C79}"/>
          </ac:spMkLst>
        </pc:spChg>
      </pc:sldChg>
      <pc:sldChg chg="modSp mod">
        <pc:chgData name="Hongrui Luo" userId="8b37276b-23cd-4afb-a6b0-b621cb8e1ca7" providerId="ADAL" clId="{697B61ED-C526-480D-98E7-99534F26363D}" dt="2026-04-16T20:01:26.499" v="464" actId="20577"/>
        <pc:sldMkLst>
          <pc:docMk/>
          <pc:sldMk cId="96694836" sldId="260"/>
        </pc:sldMkLst>
        <pc:spChg chg="mod">
          <ac:chgData name="Hongrui Luo" userId="8b37276b-23cd-4afb-a6b0-b621cb8e1ca7" providerId="ADAL" clId="{697B61ED-C526-480D-98E7-99534F26363D}" dt="2026-04-16T20:01:26.499" v="464" actId="20577"/>
          <ac:spMkLst>
            <pc:docMk/>
            <pc:sldMk cId="96694836" sldId="260"/>
            <ac:spMk id="3" creationId="{B0AFB5E8-F18B-F3DC-EF9B-B14169BEBAFD}"/>
          </ac:spMkLst>
        </pc:spChg>
      </pc:sldChg>
      <pc:sldChg chg="modSp mod">
        <pc:chgData name="Hongrui Luo" userId="8b37276b-23cd-4afb-a6b0-b621cb8e1ca7" providerId="ADAL" clId="{697B61ED-C526-480D-98E7-99534F26363D}" dt="2026-04-16T20:31:23.183" v="2309" actId="20577"/>
        <pc:sldMkLst>
          <pc:docMk/>
          <pc:sldMk cId="3513621809" sldId="261"/>
        </pc:sldMkLst>
        <pc:spChg chg="mod">
          <ac:chgData name="Hongrui Luo" userId="8b37276b-23cd-4afb-a6b0-b621cb8e1ca7" providerId="ADAL" clId="{697B61ED-C526-480D-98E7-99534F26363D}" dt="2026-04-16T20:31:23.183" v="2309" actId="20577"/>
          <ac:spMkLst>
            <pc:docMk/>
            <pc:sldMk cId="3513621809" sldId="261"/>
            <ac:spMk id="3" creationId="{3D1269F3-7265-0B07-32F4-F766CA252395}"/>
          </ac:spMkLst>
        </pc:spChg>
      </pc:sldChg>
      <pc:sldChg chg="modSp mod">
        <pc:chgData name="Hongrui Luo" userId="8b37276b-23cd-4afb-a6b0-b621cb8e1ca7" providerId="ADAL" clId="{697B61ED-C526-480D-98E7-99534F26363D}" dt="2026-04-16T20:14:55.175" v="1331" actId="20577"/>
        <pc:sldMkLst>
          <pc:docMk/>
          <pc:sldMk cId="2285522245" sldId="262"/>
        </pc:sldMkLst>
        <pc:spChg chg="mod">
          <ac:chgData name="Hongrui Luo" userId="8b37276b-23cd-4afb-a6b0-b621cb8e1ca7" providerId="ADAL" clId="{697B61ED-C526-480D-98E7-99534F26363D}" dt="2026-04-16T20:14:55.175" v="1331" actId="20577"/>
          <ac:spMkLst>
            <pc:docMk/>
            <pc:sldMk cId="2285522245" sldId="262"/>
            <ac:spMk id="3" creationId="{CF1684B0-4819-AE1E-BE76-D8F71D6DE3CF}"/>
          </ac:spMkLst>
        </pc:spChg>
      </pc:sldChg>
      <pc:sldChg chg="modSp mod">
        <pc:chgData name="Hongrui Luo" userId="8b37276b-23cd-4afb-a6b0-b621cb8e1ca7" providerId="ADAL" clId="{697B61ED-C526-480D-98E7-99534F26363D}" dt="2026-04-16T20:16:59.119" v="1417" actId="27636"/>
        <pc:sldMkLst>
          <pc:docMk/>
          <pc:sldMk cId="4291045451" sldId="263"/>
        </pc:sldMkLst>
        <pc:spChg chg="mod">
          <ac:chgData name="Hongrui Luo" userId="8b37276b-23cd-4afb-a6b0-b621cb8e1ca7" providerId="ADAL" clId="{697B61ED-C526-480D-98E7-99534F26363D}" dt="2026-04-16T20:16:59.119" v="1417" actId="27636"/>
          <ac:spMkLst>
            <pc:docMk/>
            <pc:sldMk cId="4291045451" sldId="263"/>
            <ac:spMk id="3" creationId="{C03250D9-B937-EB19-34C4-388A44AC7777}"/>
          </ac:spMkLst>
        </pc:spChg>
      </pc:sldChg>
      <pc:sldChg chg="modSp mod modNotesTx">
        <pc:chgData name="Hongrui Luo" userId="8b37276b-23cd-4afb-a6b0-b621cb8e1ca7" providerId="ADAL" clId="{697B61ED-C526-480D-98E7-99534F26363D}" dt="2026-04-16T19:58:11.516" v="347" actId="20577"/>
        <pc:sldMkLst>
          <pc:docMk/>
          <pc:sldMk cId="3538484676" sldId="265"/>
        </pc:sldMkLst>
        <pc:spChg chg="mod">
          <ac:chgData name="Hongrui Luo" userId="8b37276b-23cd-4afb-a6b0-b621cb8e1ca7" providerId="ADAL" clId="{697B61ED-C526-480D-98E7-99534F26363D}" dt="2026-04-16T19:57:43.293" v="269" actId="20577"/>
          <ac:spMkLst>
            <pc:docMk/>
            <pc:sldMk cId="3538484676" sldId="265"/>
            <ac:spMk id="5" creationId="{DDEF246E-6349-2E18-D7EF-3409B1004BC3}"/>
          </ac:spMkLst>
        </pc:spChg>
      </pc:sldChg>
      <pc:sldChg chg="modSp mod">
        <pc:chgData name="Hongrui Luo" userId="8b37276b-23cd-4afb-a6b0-b621cb8e1ca7" providerId="ADAL" clId="{697B61ED-C526-480D-98E7-99534F26363D}" dt="2026-04-16T20:09:05.062" v="1019" actId="20577"/>
        <pc:sldMkLst>
          <pc:docMk/>
          <pc:sldMk cId="3446645622" sldId="266"/>
        </pc:sldMkLst>
        <pc:spChg chg="mod">
          <ac:chgData name="Hongrui Luo" userId="8b37276b-23cd-4afb-a6b0-b621cb8e1ca7" providerId="ADAL" clId="{697B61ED-C526-480D-98E7-99534F26363D}" dt="2026-04-16T20:09:05.062" v="1019" actId="20577"/>
          <ac:spMkLst>
            <pc:docMk/>
            <pc:sldMk cId="3446645622" sldId="266"/>
            <ac:spMk id="3" creationId="{EBFBADC5-062A-7C19-728C-6005C9FBE951}"/>
          </ac:spMkLst>
        </pc:spChg>
      </pc:sldChg>
      <pc:sldChg chg="modSp mod">
        <pc:chgData name="Hongrui Luo" userId="8b37276b-23cd-4afb-a6b0-b621cb8e1ca7" providerId="ADAL" clId="{697B61ED-C526-480D-98E7-99534F26363D}" dt="2026-04-16T20:27:57.596" v="2102" actId="20577"/>
        <pc:sldMkLst>
          <pc:docMk/>
          <pc:sldMk cId="2415389268" sldId="268"/>
        </pc:sldMkLst>
        <pc:spChg chg="mod">
          <ac:chgData name="Hongrui Luo" userId="8b37276b-23cd-4afb-a6b0-b621cb8e1ca7" providerId="ADAL" clId="{697B61ED-C526-480D-98E7-99534F26363D}" dt="2026-04-16T20:25:20.362" v="1660" actId="20577"/>
          <ac:spMkLst>
            <pc:docMk/>
            <pc:sldMk cId="2415389268" sldId="268"/>
            <ac:spMk id="2" creationId="{18139CA2-5E20-EC5B-5085-6235021BBF29}"/>
          </ac:spMkLst>
        </pc:spChg>
        <pc:spChg chg="mod">
          <ac:chgData name="Hongrui Luo" userId="8b37276b-23cd-4afb-a6b0-b621cb8e1ca7" providerId="ADAL" clId="{697B61ED-C526-480D-98E7-99534F26363D}" dt="2026-04-16T20:27:57.596" v="2102" actId="20577"/>
          <ac:spMkLst>
            <pc:docMk/>
            <pc:sldMk cId="2415389268" sldId="268"/>
            <ac:spMk id="3" creationId="{4D82609D-FC6A-ED64-9B63-109BDF6DA4FF}"/>
          </ac:spMkLst>
        </pc:spChg>
      </pc:sldChg>
      <pc:sldChg chg="modSp mod">
        <pc:chgData name="Hongrui Luo" userId="8b37276b-23cd-4afb-a6b0-b621cb8e1ca7" providerId="ADAL" clId="{697B61ED-C526-480D-98E7-99534F26363D}" dt="2026-04-16T20:35:38.839" v="2351" actId="207"/>
        <pc:sldMkLst>
          <pc:docMk/>
          <pc:sldMk cId="1411641973" sldId="270"/>
        </pc:sldMkLst>
        <pc:spChg chg="mod">
          <ac:chgData name="Hongrui Luo" userId="8b37276b-23cd-4afb-a6b0-b621cb8e1ca7" providerId="ADAL" clId="{697B61ED-C526-480D-98E7-99534F26363D}" dt="2026-04-16T20:35:38.839" v="2351" actId="207"/>
          <ac:spMkLst>
            <pc:docMk/>
            <pc:sldMk cId="1411641973" sldId="270"/>
            <ac:spMk id="3" creationId="{2043CC04-6F4B-A855-2B30-02033A6AFB47}"/>
          </ac:spMkLst>
        </pc:spChg>
      </pc:sldChg>
      <pc:sldChg chg="addSp delSp modSp add mod">
        <pc:chgData name="Hongrui Luo" userId="8b37276b-23cd-4afb-a6b0-b621cb8e1ca7" providerId="ADAL" clId="{697B61ED-C526-480D-98E7-99534F26363D}" dt="2026-04-16T20:36:44.981" v="2440"/>
        <pc:sldMkLst>
          <pc:docMk/>
          <pc:sldMk cId="1376125492" sldId="271"/>
        </pc:sldMkLst>
        <pc:spChg chg="mod">
          <ac:chgData name="Hongrui Luo" userId="8b37276b-23cd-4afb-a6b0-b621cb8e1ca7" providerId="ADAL" clId="{697B61ED-C526-480D-98E7-99534F26363D}" dt="2026-04-16T20:20:44.497" v="1485" actId="20577"/>
          <ac:spMkLst>
            <pc:docMk/>
            <pc:sldMk cId="1376125492" sldId="271"/>
            <ac:spMk id="2" creationId="{7B5C08C7-EB77-0391-328B-0526B9D03DE5}"/>
          </ac:spMkLst>
        </pc:spChg>
        <pc:spChg chg="add mod">
          <ac:chgData name="Hongrui Luo" userId="8b37276b-23cd-4afb-a6b0-b621cb8e1ca7" providerId="ADAL" clId="{697B61ED-C526-480D-98E7-99534F26363D}" dt="2026-04-16T20:36:38.924" v="2439" actId="20577"/>
          <ac:spMkLst>
            <pc:docMk/>
            <pc:sldMk cId="1376125492" sldId="271"/>
            <ac:spMk id="11" creationId="{434C070D-3B23-6AB7-1623-33ACB8106458}"/>
          </ac:spMkLst>
        </pc:spChg>
        <pc:picChg chg="add mod">
          <ac:chgData name="Hongrui Luo" userId="8b37276b-23cd-4afb-a6b0-b621cb8e1ca7" providerId="ADAL" clId="{697B61ED-C526-480D-98E7-99534F26363D}" dt="2026-04-16T20:23:38.676" v="1530" actId="1076"/>
          <ac:picMkLst>
            <pc:docMk/>
            <pc:sldMk cId="1376125492" sldId="271"/>
            <ac:picMk id="10" creationId="{145B93FC-B52F-F650-41E3-40DE7909EB0B}"/>
          </ac:picMkLst>
        </pc:picChg>
      </pc:sldChg>
      <pc:sldChg chg="modSp add mod">
        <pc:chgData name="Hongrui Luo" userId="8b37276b-23cd-4afb-a6b0-b621cb8e1ca7" providerId="ADAL" clId="{697B61ED-C526-480D-98E7-99534F26363D}" dt="2026-04-16T20:36:19.794" v="2414" actId="20577"/>
        <pc:sldMkLst>
          <pc:docMk/>
          <pc:sldMk cId="1894339775" sldId="272"/>
        </pc:sldMkLst>
        <pc:spChg chg="mod">
          <ac:chgData name="Hongrui Luo" userId="8b37276b-23cd-4afb-a6b0-b621cb8e1ca7" providerId="ADAL" clId="{697B61ED-C526-480D-98E7-99534F26363D}" dt="2026-04-16T20:36:07.629" v="2362" actId="20577"/>
          <ac:spMkLst>
            <pc:docMk/>
            <pc:sldMk cId="1894339775" sldId="272"/>
            <ac:spMk id="2" creationId="{F93014C8-AE45-0647-7A89-4AC6F9F3B8DB}"/>
          </ac:spMkLst>
        </pc:spChg>
        <pc:spChg chg="mod">
          <ac:chgData name="Hongrui Luo" userId="8b37276b-23cd-4afb-a6b0-b621cb8e1ca7" providerId="ADAL" clId="{697B61ED-C526-480D-98E7-99534F26363D}" dt="2026-04-16T20:36:19.794" v="2414" actId="20577"/>
          <ac:spMkLst>
            <pc:docMk/>
            <pc:sldMk cId="1894339775" sldId="272"/>
            <ac:spMk id="3" creationId="{2043CC04-6F4B-A855-2B30-02033A6AFB47}"/>
          </ac:spMkLst>
        </pc:spChg>
      </pc:sldChg>
      <pc:sldChg chg="modSp add mod">
        <pc:chgData name="Hongrui Luo" userId="8b37276b-23cd-4afb-a6b0-b621cb8e1ca7" providerId="ADAL" clId="{697B61ED-C526-480D-98E7-99534F26363D}" dt="2026-04-16T20:47:54.377" v="2910" actId="1076"/>
        <pc:sldMkLst>
          <pc:docMk/>
          <pc:sldMk cId="2990752899" sldId="273"/>
        </pc:sldMkLst>
        <pc:spChg chg="mod">
          <ac:chgData name="Hongrui Luo" userId="8b37276b-23cd-4afb-a6b0-b621cb8e1ca7" providerId="ADAL" clId="{697B61ED-C526-480D-98E7-99534F26363D}" dt="2026-04-16T20:37:23.028" v="2461" actId="20577"/>
          <ac:spMkLst>
            <pc:docMk/>
            <pc:sldMk cId="2990752899" sldId="273"/>
            <ac:spMk id="2" creationId="{7B5C08C7-EB77-0391-328B-0526B9D03DE5}"/>
          </ac:spMkLst>
        </pc:spChg>
        <pc:spChg chg="mod">
          <ac:chgData name="Hongrui Luo" userId="8b37276b-23cd-4afb-a6b0-b621cb8e1ca7" providerId="ADAL" clId="{697B61ED-C526-480D-98E7-99534F26363D}" dt="2026-04-16T20:42:16.819" v="2695" actId="20577"/>
          <ac:spMkLst>
            <pc:docMk/>
            <pc:sldMk cId="2990752899" sldId="273"/>
            <ac:spMk id="3" creationId="{347202A7-2D18-9E1E-31A2-45F56BB7B524}"/>
          </ac:spMkLst>
        </pc:spChg>
        <pc:spChg chg="mod">
          <ac:chgData name="Hongrui Luo" userId="8b37276b-23cd-4afb-a6b0-b621cb8e1ca7" providerId="ADAL" clId="{697B61ED-C526-480D-98E7-99534F26363D}" dt="2026-04-16T20:47:54.377" v="2910" actId="1076"/>
          <ac:spMkLst>
            <pc:docMk/>
            <pc:sldMk cId="2990752899" sldId="273"/>
            <ac:spMk id="5" creationId="{C2F12D3A-0931-A1CA-ED9B-1E1FC6FFB555}"/>
          </ac:spMkLst>
        </pc:spChg>
      </pc:sldChg>
    </pc:docChg>
  </pc:docChgLst>
  <pc:docChgLst>
    <pc:chgData name="Amelia Grace Rinaldi" userId="S::arinald@purdue.edu::1617b862-8c79-483d-af9c-4540220076cb" providerId="AD" clId="Web-{04184E1C-DD74-044B-DFDE-D5C852BF1775}"/>
    <pc:docChg chg="modSld">
      <pc:chgData name="Amelia Grace Rinaldi" userId="S::arinald@purdue.edu::1617b862-8c79-483d-af9c-4540220076cb" providerId="AD" clId="Web-{04184E1C-DD74-044B-DFDE-D5C852BF1775}" dt="2026-03-24T13:48:21.118" v="0"/>
      <pc:docMkLst>
        <pc:docMk/>
      </pc:docMkLst>
      <pc:sldChg chg="modNotes">
        <pc:chgData name="Amelia Grace Rinaldi" userId="S::arinald@purdue.edu::1617b862-8c79-483d-af9c-4540220076cb" providerId="AD" clId="Web-{04184E1C-DD74-044B-DFDE-D5C852BF1775}" dt="2026-03-24T13:48:21.118" v="0"/>
        <pc:sldMkLst>
          <pc:docMk/>
          <pc:sldMk cId="3538484676" sldId="265"/>
        </pc:sldMkLst>
      </pc:sldChg>
    </pc:docChg>
  </pc:docChgLst>
  <pc:docChgLst>
    <pc:chgData name="Sophia Hammarskjold" userId="S::shammars@purdue.edu::12af6a2f-d4c0-476a-b439-52b5013a1cce" providerId="AD" clId="Web-{755C7E91-9D59-805F-DFC8-C31BE36B32D7}"/>
    <pc:docChg chg="addSld modSld modSection">
      <pc:chgData name="Sophia Hammarskjold" userId="S::shammars@purdue.edu::12af6a2f-d4c0-476a-b439-52b5013a1cce" providerId="AD" clId="Web-{755C7E91-9D59-805F-DFC8-C31BE36B32D7}" dt="2026-04-21T22:07:56.997" v="833" actId="20577"/>
      <pc:docMkLst>
        <pc:docMk/>
      </pc:docMkLst>
      <pc:sldChg chg="modSp">
        <pc:chgData name="Sophia Hammarskjold" userId="S::shammars@purdue.edu::12af6a2f-d4c0-476a-b439-52b5013a1cce" providerId="AD" clId="Web-{755C7E91-9D59-805F-DFC8-C31BE36B32D7}" dt="2026-04-21T21:58:26.783" v="770" actId="20577"/>
        <pc:sldMkLst>
          <pc:docMk/>
          <pc:sldMk cId="3258932340" sldId="257"/>
        </pc:sldMkLst>
        <pc:spChg chg="mod">
          <ac:chgData name="Sophia Hammarskjold" userId="S::shammars@purdue.edu::12af6a2f-d4c0-476a-b439-52b5013a1cce" providerId="AD" clId="Web-{755C7E91-9D59-805F-DFC8-C31BE36B32D7}" dt="2026-04-21T21:58:26.783" v="770" actId="20577"/>
          <ac:spMkLst>
            <pc:docMk/>
            <pc:sldMk cId="3258932340" sldId="257"/>
            <ac:spMk id="7" creationId="{94491BB9-F315-1B0D-52C3-E24E13564BE9}"/>
          </ac:spMkLst>
        </pc:spChg>
      </pc:sldChg>
      <pc:sldChg chg="modSp">
        <pc:chgData name="Sophia Hammarskjold" userId="S::shammars@purdue.edu::12af6a2f-d4c0-476a-b439-52b5013a1cce" providerId="AD" clId="Web-{755C7E91-9D59-805F-DFC8-C31BE36B32D7}" dt="2026-04-21T22:05:43.923" v="774" actId="1076"/>
        <pc:sldMkLst>
          <pc:docMk/>
          <pc:sldMk cId="3575537977" sldId="264"/>
        </pc:sldMkLst>
        <pc:spChg chg="mod">
          <ac:chgData name="Sophia Hammarskjold" userId="S::shammars@purdue.edu::12af6a2f-d4c0-476a-b439-52b5013a1cce" providerId="AD" clId="Web-{755C7E91-9D59-805F-DFC8-C31BE36B32D7}" dt="2026-04-21T22:05:43.923" v="774" actId="1076"/>
          <ac:spMkLst>
            <pc:docMk/>
            <pc:sldMk cId="3575537977" sldId="264"/>
            <ac:spMk id="2" creationId="{1C6A586B-8597-0B0A-A6EE-76876FFC429A}"/>
          </ac:spMkLst>
        </pc:spChg>
      </pc:sldChg>
      <pc:sldChg chg="modSp">
        <pc:chgData name="Sophia Hammarskjold" userId="S::shammars@purdue.edu::12af6a2f-d4c0-476a-b439-52b5013a1cce" providerId="AD" clId="Web-{755C7E91-9D59-805F-DFC8-C31BE36B32D7}" dt="2026-04-21T22:07:56.997" v="833" actId="20577"/>
        <pc:sldMkLst>
          <pc:docMk/>
          <pc:sldMk cId="3446645622" sldId="266"/>
        </pc:sldMkLst>
        <pc:spChg chg="mod">
          <ac:chgData name="Sophia Hammarskjold" userId="S::shammars@purdue.edu::12af6a2f-d4c0-476a-b439-52b5013a1cce" providerId="AD" clId="Web-{755C7E91-9D59-805F-DFC8-C31BE36B32D7}" dt="2026-04-21T22:07:56.997" v="833" actId="20577"/>
          <ac:spMkLst>
            <pc:docMk/>
            <pc:sldMk cId="3446645622" sldId="266"/>
            <ac:spMk id="3" creationId="{EBFBADC5-062A-7C19-728C-6005C9FBE951}"/>
          </ac:spMkLst>
        </pc:spChg>
      </pc:sldChg>
      <pc:sldChg chg="modSp">
        <pc:chgData name="Sophia Hammarskjold" userId="S::shammars@purdue.edu::12af6a2f-d4c0-476a-b439-52b5013a1cce" providerId="AD" clId="Web-{755C7E91-9D59-805F-DFC8-C31BE36B32D7}" dt="2026-04-21T21:52:00.724" v="519" actId="20577"/>
        <pc:sldMkLst>
          <pc:docMk/>
          <pc:sldMk cId="1894339775" sldId="272"/>
        </pc:sldMkLst>
        <pc:spChg chg="mod">
          <ac:chgData name="Sophia Hammarskjold" userId="S::shammars@purdue.edu::12af6a2f-d4c0-476a-b439-52b5013a1cce" providerId="AD" clId="Web-{755C7E91-9D59-805F-DFC8-C31BE36B32D7}" dt="2026-04-21T21:52:00.724" v="519" actId="20577"/>
          <ac:spMkLst>
            <pc:docMk/>
            <pc:sldMk cId="1894339775" sldId="272"/>
            <ac:spMk id="3" creationId="{2043CC04-6F4B-A855-2B30-02033A6AFB47}"/>
          </ac:spMkLst>
        </pc:spChg>
      </pc:sldChg>
      <pc:sldChg chg="modSp new">
        <pc:chgData name="Sophia Hammarskjold" userId="S::shammars@purdue.edu::12af6a2f-d4c0-476a-b439-52b5013a1cce" providerId="AD" clId="Web-{755C7E91-9D59-805F-DFC8-C31BE36B32D7}" dt="2026-04-21T21:54:39.225" v="768" actId="20577"/>
        <pc:sldMkLst>
          <pc:docMk/>
          <pc:sldMk cId="1307070534" sldId="275"/>
        </pc:sldMkLst>
        <pc:spChg chg="mod">
          <ac:chgData name="Sophia Hammarskjold" userId="S::shammars@purdue.edu::12af6a2f-d4c0-476a-b439-52b5013a1cce" providerId="AD" clId="Web-{755C7E91-9D59-805F-DFC8-C31BE36B32D7}" dt="2026-04-21T21:44:47.752" v="116" actId="20577"/>
          <ac:spMkLst>
            <pc:docMk/>
            <pc:sldMk cId="1307070534" sldId="275"/>
            <ac:spMk id="2" creationId="{AF45EF4A-7F1A-8C2F-43B4-8E927434C152}"/>
          </ac:spMkLst>
        </pc:spChg>
        <pc:spChg chg="mod">
          <ac:chgData name="Sophia Hammarskjold" userId="S::shammars@purdue.edu::12af6a2f-d4c0-476a-b439-52b5013a1cce" providerId="AD" clId="Web-{755C7E91-9D59-805F-DFC8-C31BE36B32D7}" dt="2026-04-21T21:54:39.225" v="768" actId="20577"/>
          <ac:spMkLst>
            <pc:docMk/>
            <pc:sldMk cId="1307070534" sldId="275"/>
            <ac:spMk id="3" creationId="{AC856F25-B48E-04A8-8233-2D86C9DE83A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08594-671B-4D70-92F7-4D3D757F2F3F}" type="datetimeFigureOut"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8AC7F-5C3C-41D6-BA2C-29783E187D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26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AMELIA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84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AMELIA</a:t>
            </a:r>
          </a:p>
          <a:p>
            <a:r>
              <a:rPr lang="en-US">
                <a:ea typeface="Calibri"/>
                <a:cs typeface="Calibri"/>
              </a:rPr>
              <a:t>Rapid Prototyping</a:t>
            </a:r>
          </a:p>
          <a:p>
            <a:pPr marL="171450" indent="-171450">
              <a:buFontTx/>
              <a:buChar char="-"/>
            </a:pPr>
            <a:r>
              <a:rPr lang="en-US"/>
              <a:t>A student may consider how the infill density of their model alters some of its properties (weight, ability to drill/tap, etc.), but </a:t>
            </a:r>
            <a:r>
              <a:rPr lang="en-US" u="sng"/>
              <a:t>they may not consider how the model reacts to heating</a:t>
            </a:r>
          </a:p>
          <a:p>
            <a:pPr marL="171450" indent="-171450">
              <a:buFontTx/>
              <a:buChar char="-"/>
            </a:pPr>
            <a:r>
              <a:rPr lang="en-US"/>
              <a:t>Models may house batteries/circuitry</a:t>
            </a:r>
          </a:p>
          <a:p>
            <a:pPr marL="628650" lvl="1" indent="-171450">
              <a:buFontTx/>
              <a:buChar char="-"/>
            </a:pPr>
            <a:r>
              <a:rPr lang="en-US"/>
              <a:t>Lower resistance to heat transfer may allow for </a:t>
            </a:r>
            <a:r>
              <a:rPr lang="en-US" u="sng"/>
              <a:t>better cooling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BJT is binder jetting and is the primary method for printing sand molds</a:t>
            </a:r>
          </a:p>
          <a:p>
            <a:r>
              <a:rPr lang="en-US">
                <a:ea typeface="Calibri"/>
                <a:cs typeface="Calibri"/>
              </a:rPr>
              <a:t>- Printed glue binds sand, sand supported by sand….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Infill density will effect the rigidity of the mold (at 100% infill will crack)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>
                <a:ea typeface="Calibri"/>
                <a:cs typeface="Calibri"/>
              </a:rPr>
              <a:t>Infill density allows gasses to escape through pores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>
                <a:ea typeface="Calibri"/>
                <a:cs typeface="Calibri"/>
              </a:rPr>
              <a:t>Ability of heat to transfer evenly through it, especially through these pores, is important in creating quality parts…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84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79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58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14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AMELIA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69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22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Henry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68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C86F3-B882-0919-CF90-DB6FF3F4E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34758-7FDC-C0ED-BBFC-6157DAED0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A4E80-4554-498C-2AD8-20785D55D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Henry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B1D2F-FBF5-ECC0-AD8F-E675B6C67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91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Henry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12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buFont typeface="Arial" panose="020B0604020202020204" pitchFamily="34" charset="0"/>
              <a:buNone/>
            </a:pPr>
            <a:r>
              <a:rPr lang="en-US" sz="1600" i="1"/>
              <a:t>HENRY</a:t>
            </a:r>
            <a:endParaRPr lang="en-US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5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75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1802-CFC2-5534-D0EA-B85247F4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A1B9F-6EC1-1C61-1F37-112C498D1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21C66-A369-E8AB-8A3A-A2BB25A9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127CE-5DB7-19E0-1B2A-6FA23930A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16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37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Sophia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15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Sophia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88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Sophia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8AC7F-5C3C-41D6-BA2C-29783E187D3E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08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04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6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12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6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8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4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6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8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6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82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2" y="960594"/>
            <a:ext cx="5736674" cy="4936812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ME 315 Final Project:</a:t>
            </a:r>
            <a:r>
              <a:rPr lang="en-US" sz="6000"/>
              <a:t> </a:t>
            </a:r>
            <a:br>
              <a:rPr lang="en-US" sz="6000"/>
            </a:br>
            <a:r>
              <a:rPr lang="en-US" sz="4500"/>
              <a:t>EFFECTs of infill Percentage ON Thermal resistance of 3d prints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2185" y="1419405"/>
            <a:ext cx="3019423" cy="4076700"/>
          </a:xfrm>
        </p:spPr>
        <p:txBody>
          <a:bodyPr anchor="ctr">
            <a:normAutofit/>
          </a:bodyPr>
          <a:lstStyle/>
          <a:p>
            <a:r>
              <a:rPr lang="en-US" sz="2200"/>
              <a:t>Amelia Rinaldi</a:t>
            </a:r>
          </a:p>
          <a:p>
            <a:r>
              <a:rPr lang="en-US" sz="2200"/>
              <a:t>Sophia Hammarskjold</a:t>
            </a:r>
          </a:p>
          <a:p>
            <a:r>
              <a:rPr lang="en-US" sz="2200"/>
              <a:t>Henry Luo</a:t>
            </a:r>
          </a:p>
          <a:p>
            <a:r>
              <a:rPr lang="en-US" sz="2200"/>
              <a:t>Alan Medina</a:t>
            </a:r>
          </a:p>
          <a:p>
            <a:r>
              <a:rPr lang="en-US" sz="2200"/>
              <a:t>Daniel Berggren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815DE6-6850-2FD8-A26E-D5E88DCF456D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FC89-0451-20CE-C7F6-D78000316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400"/>
            <a:ext cx="5731280" cy="1307592"/>
          </a:xfrm>
        </p:spPr>
        <p:txBody>
          <a:bodyPr/>
          <a:lstStyle/>
          <a:p>
            <a:r>
              <a:rPr lang="en-US"/>
              <a:t>PROJECT 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491BB9-F315-1B0D-52C3-E24E13564BE9}"/>
                  </a:ext>
                </a:extLst>
              </p:cNvPr>
              <p:cNvSpPr txBox="1"/>
              <p:nvPr/>
            </p:nvSpPr>
            <p:spPr>
              <a:xfrm>
                <a:off x="696780" y="1568196"/>
                <a:ext cx="5662363" cy="475514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/>
                  <a:t>Objective:</a:t>
                </a:r>
                <a:r>
                  <a:rPr lang="en-US" b="1"/>
                  <a:t> The purpose of this experiment is to determine how the thermal conductivity and resistivity of 3D prints varies with different infill percentages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b="1"/>
              </a:p>
              <a:p>
                <a:pPr marL="285750" indent="-285750">
                  <a:buFont typeface="Arial"/>
                  <a:buChar char="•"/>
                </a:pPr>
                <a:r>
                  <a:rPr lang="en-US"/>
                  <a:t>This experiment will use 3D-printed </a:t>
                </a:r>
                <a:r>
                  <a:rPr lang="en-US" b="1"/>
                  <a:t>PETG</a:t>
                </a:r>
                <a:r>
                  <a:rPr lang="en-US" b="1">
                    <a:solidFill>
                      <a:srgbClr val="FF0000"/>
                    </a:solidFill>
                  </a:rPr>
                  <a:t> </a:t>
                </a:r>
                <a:r>
                  <a:rPr lang="en-US" b="1"/>
                  <a:t>blocks with a cubic infill pattern</a:t>
                </a:r>
              </a:p>
              <a:p>
                <a:endParaRPr lang="en-US"/>
              </a:p>
              <a:p>
                <a:pPr marL="285750" indent="-285750">
                  <a:buFont typeface="Arial"/>
                  <a:buChar char="•"/>
                </a:pPr>
                <a:r>
                  <a:rPr lang="en-US" b="1"/>
                  <a:t>Initial Hypothesis: </a:t>
                </a:r>
              </a:p>
              <a:p>
                <a:pPr marL="742950" lvl="1" indent="-285750">
                  <a:buFont typeface="Arial"/>
                  <a:buChar char="•"/>
                </a:pPr>
                <a:r>
                  <a:rPr lang="en-US" i="1"/>
                  <a:t>R''</a:t>
                </a:r>
                <a:r>
                  <a:rPr lang="en-US"/>
                  <a:t> expected to remain the same for each base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/>
                  <a:t>)</a:t>
                </a:r>
              </a:p>
              <a:p>
                <a:pPr marL="742950" lvl="1" indent="-285750">
                  <a:buFont typeface="Arial"/>
                  <a:buChar char="•"/>
                </a:pPr>
                <a:r>
                  <a:rPr lang="en-US" i="1"/>
                  <a:t>R''</a:t>
                </a:r>
                <a:r>
                  <a:rPr lang="en-US"/>
                  <a:t> expected to increase as infill percentage decreases</a:t>
                </a:r>
              </a:p>
              <a:p>
                <a:pPr lvl="1"/>
                <a:endParaRPr lang="en-US" sz="1600"/>
              </a:p>
              <a:p>
                <a:pPr marL="285750" indent="-285750">
                  <a:buFont typeface="Arial"/>
                  <a:buChar char="•"/>
                </a:pPr>
                <a:endParaRPr lang="en-US" sz="1700"/>
              </a:p>
              <a:p>
                <a:pPr marL="285750" indent="-285750">
                  <a:buFont typeface="Arial"/>
                  <a:buChar char="•"/>
                </a:pPr>
                <a:endParaRPr lang="en-US"/>
              </a:p>
              <a:p>
                <a:pPr algn="l"/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491BB9-F315-1B0D-52C3-E24E13564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80" y="1568196"/>
                <a:ext cx="5662363" cy="4755148"/>
              </a:xfrm>
              <a:prstGeom prst="rect">
                <a:avLst/>
              </a:prstGeom>
              <a:blipFill>
                <a:blip r:embed="rId3"/>
                <a:stretch>
                  <a:fillRect l="-646" t="-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213B7AC-C7D5-7311-7E99-E8FC596D4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145" y="4116558"/>
            <a:ext cx="5531485" cy="20856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E3FBEA-03C7-25B2-6FD3-90821F3E2A1F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3D8BC-0B32-20C3-0EA7-8F66F67748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39"/>
          <a:stretch>
            <a:fillRect/>
          </a:stretch>
        </p:blipFill>
        <p:spPr>
          <a:xfrm>
            <a:off x="6431915" y="1144847"/>
            <a:ext cx="5385947" cy="274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32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C9F9-9704-E147-34A9-0C233E19E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WORLD APPLICATIONS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EF246E-6349-2E18-D7EF-3409B1004BC3}"/>
              </a:ext>
            </a:extLst>
          </p:cNvPr>
          <p:cNvSpPr txBox="1">
            <a:spLocks/>
          </p:cNvSpPr>
          <p:nvPr/>
        </p:nvSpPr>
        <p:spPr>
          <a:xfrm>
            <a:off x="704353" y="2225709"/>
            <a:ext cx="4677015" cy="3739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 the </a:t>
            </a:r>
            <a:r>
              <a:rPr lang="en-US" b="1"/>
              <a:t>metal sand casting industry</a:t>
            </a:r>
            <a:r>
              <a:rPr lang="en-US"/>
              <a:t>, 3D printing (BJT) of castable sands</a:t>
            </a:r>
            <a:r>
              <a:rPr lang="en-US" b="1"/>
              <a:t> </a:t>
            </a:r>
            <a:r>
              <a:rPr lang="en-US"/>
              <a:t>allows for </a:t>
            </a:r>
            <a:r>
              <a:rPr lang="en-US" b="1"/>
              <a:t>complex mold geometries </a:t>
            </a:r>
            <a:r>
              <a:rPr lang="en-US"/>
              <a:t>to be produced </a:t>
            </a:r>
            <a:r>
              <a:rPr lang="en-US" b="1"/>
              <a:t>much more quickly </a:t>
            </a:r>
            <a:r>
              <a:rPr lang="en-US"/>
              <a:t>than traditional methods</a:t>
            </a:r>
          </a:p>
          <a:p>
            <a:r>
              <a:rPr lang="en-US"/>
              <a:t>In </a:t>
            </a:r>
            <a:r>
              <a:rPr lang="en-US" b="1"/>
              <a:t>rapid prototyping</a:t>
            </a:r>
            <a:r>
              <a:rPr lang="en-US"/>
              <a:t> 3D printing allows for faster implementation of design change. This is seen at Purdue, in industry, and beyond.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62C99-0EAA-67FB-296C-66A503E501A0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3AD37-8CD6-C508-2B06-37D7D16E6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9007" t="5222" r="15872" b="10439"/>
          <a:stretch>
            <a:fillRect/>
          </a:stretch>
        </p:blipFill>
        <p:spPr>
          <a:xfrm>
            <a:off x="5534609" y="1995256"/>
            <a:ext cx="4363470" cy="2867487"/>
          </a:xfrm>
          <a:prstGeom prst="rect">
            <a:avLst/>
          </a:prstGeom>
        </p:spPr>
      </p:pic>
      <p:pic>
        <p:nvPicPr>
          <p:cNvPr id="3" name="Picture 2" descr="A close-up of a 3d printer&#10;&#10;AI-generated content may be incorrect.">
            <a:extLst>
              <a:ext uri="{FF2B5EF4-FFF2-40B4-BE49-F238E27FC236}">
                <a16:creationId xmlns:a16="http://schemas.microsoft.com/office/drawing/2014/main" id="{65F50AD0-6F5E-69FD-2020-3772ACB9E4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" t="11564" r="-316" b="15633"/>
          <a:stretch>
            <a:fillRect/>
          </a:stretch>
        </p:blipFill>
        <p:spPr>
          <a:xfrm>
            <a:off x="7834013" y="4374938"/>
            <a:ext cx="4128132" cy="20784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9B22AF-BD69-673A-A505-59DB907A4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620" y="314174"/>
            <a:ext cx="3807525" cy="263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8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0DCC-0CDF-B835-2E0F-61FF1AB4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6EDBA-6158-B9F1-B74B-2F626AB27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895" y="2213050"/>
            <a:ext cx="5324137" cy="364317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This experiment measures how 3D printing infill percentages changes the heat transfer behavior of a printed block exposed to forced convection</a:t>
            </a:r>
          </a:p>
          <a:p>
            <a:r>
              <a:rPr lang="en-US"/>
              <a:t>A heat patch will supply energy at the bottom of the surface. Thermocouples will be used to collect base and surface temperature data. The print will be surrounded by Styrofoam insulation. </a:t>
            </a:r>
            <a:r>
              <a:rPr lang="en-US" sz="1900">
                <a:latin typeface="Calisto MT"/>
                <a:cs typeface="Times New Roman"/>
              </a:rPr>
              <a:t>The design was chosen so that temperature behavior can be credited to the differences in infill percentages.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EF3AD-D598-DD8D-6233-52B017C40496}"/>
              </a:ext>
            </a:extLst>
          </p:cNvPr>
          <p:cNvSpPr txBox="1"/>
          <p:nvPr/>
        </p:nvSpPr>
        <p:spPr>
          <a:xfrm>
            <a:off x="266095" y="256419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4</a:t>
            </a:fld>
            <a:endParaRPr lang="en-US"/>
          </a:p>
        </p:txBody>
      </p:sp>
      <p:pic>
        <p:nvPicPr>
          <p:cNvPr id="7" name="Picture 6" descr="Diagram of a diagram of a heat exchanger&#10;&#10;AI-generated content may be incorrect.">
            <a:extLst>
              <a:ext uri="{FF2B5EF4-FFF2-40B4-BE49-F238E27FC236}">
                <a16:creationId xmlns:a16="http://schemas.microsoft.com/office/drawing/2014/main" id="{27F176CC-4F48-D521-031D-F208E1FB0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011" y="2209855"/>
            <a:ext cx="6212599" cy="299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3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4491-C774-0D47-2A40-E8713746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FB5E8-F18B-F3DC-EF9B-B14169BEB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The following materials will be used in the experiment. </a:t>
            </a:r>
          </a:p>
          <a:p>
            <a:r>
              <a:rPr lang="en-US"/>
              <a:t>Heater (Provided)</a:t>
            </a:r>
          </a:p>
          <a:p>
            <a:r>
              <a:rPr lang="en-US"/>
              <a:t>Blower (Provided)</a:t>
            </a:r>
          </a:p>
          <a:p>
            <a:r>
              <a:rPr lang="en-US"/>
              <a:t>Thermal Paste (Provided)</a:t>
            </a:r>
          </a:p>
          <a:p>
            <a:r>
              <a:rPr lang="en-US"/>
              <a:t>Styrofoam (Provided)</a:t>
            </a:r>
          </a:p>
          <a:p>
            <a:r>
              <a:rPr lang="en-US"/>
              <a:t>Thermocouples (Provided)</a:t>
            </a:r>
          </a:p>
          <a:p>
            <a:r>
              <a:rPr lang="en-US"/>
              <a:t>Multimeter (Provided)</a:t>
            </a:r>
          </a:p>
          <a:p>
            <a:r>
              <a:rPr lang="en-US"/>
              <a:t>PETG Blocks [2” by 2” by 1”] (3D Printed)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15%, 50%, and 100% cubic infill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7367D-DFA8-0AFF-B543-E90458132132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3EE2A-671B-0372-8E32-B8D5E24057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9"/>
          <a:stretch>
            <a:fillRect/>
          </a:stretch>
        </p:blipFill>
        <p:spPr>
          <a:xfrm>
            <a:off x="6511161" y="413558"/>
            <a:ext cx="5163577" cy="26280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16CC22-BBAB-33E9-5427-11AF991E10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2"/>
          <a:stretch>
            <a:fillRect/>
          </a:stretch>
        </p:blipFill>
        <p:spPr>
          <a:xfrm>
            <a:off x="9092950" y="3132918"/>
            <a:ext cx="2919900" cy="3323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65D911-06E1-CA1D-D7B4-3BCA06C54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258" y="3132918"/>
            <a:ext cx="3046683" cy="29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4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DC77-3B55-C933-9AF4-541E0AB3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BADC5-062A-7C19-728C-6005C9FBE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38" y="1989382"/>
            <a:ext cx="7187373" cy="368952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sz="1800">
                <a:latin typeface="Calisto MT"/>
                <a:cs typeface="Times New Roman"/>
              </a:rPr>
              <a:t>Place the block on top of the heating pad inside the insulation</a:t>
            </a:r>
          </a:p>
          <a:p>
            <a:pPr marL="457200" indent="-457200">
              <a:buAutoNum type="arabicPeriod"/>
            </a:pPr>
            <a:r>
              <a:rPr lang="en-US" sz="1800">
                <a:latin typeface="Calisto MT"/>
                <a:cs typeface="Times New Roman"/>
              </a:rPr>
              <a:t>Place the setup against the blower box outlet</a:t>
            </a:r>
          </a:p>
          <a:p>
            <a:pPr marL="457200" indent="-457200">
              <a:buAutoNum type="arabicPeriod"/>
            </a:pPr>
            <a:r>
              <a:rPr lang="en-US" sz="1800">
                <a:latin typeface="Calisto MT"/>
                <a:cs typeface="Times New Roman"/>
              </a:rPr>
              <a:t>Connect heater to wattmeter and </a:t>
            </a:r>
            <a:r>
              <a:rPr lang="en-US" sz="1800" err="1">
                <a:latin typeface="Calisto MT"/>
                <a:cs typeface="Times New Roman"/>
              </a:rPr>
              <a:t>variac</a:t>
            </a:r>
            <a:r>
              <a:rPr lang="en-US" sz="1800">
                <a:latin typeface="Calisto MT"/>
                <a:cs typeface="Times New Roman"/>
              </a:rPr>
              <a:t> and record the zero-load power reading</a:t>
            </a:r>
          </a:p>
          <a:p>
            <a:pPr marL="457200" indent="-457200">
              <a:buAutoNum type="arabicPeriod"/>
            </a:pPr>
            <a:r>
              <a:rPr lang="en-US" sz="1800">
                <a:latin typeface="Calisto MT"/>
                <a:cs typeface="Times New Roman"/>
              </a:rPr>
              <a:t>Begin data collection, turn on the blower box and heater, and monitor the base thermocouple temperature reading</a:t>
            </a:r>
          </a:p>
          <a:p>
            <a:pPr marL="457200" indent="-457200">
              <a:buAutoNum type="arabicPeriod"/>
            </a:pPr>
            <a:r>
              <a:rPr lang="en-US" sz="1800">
                <a:latin typeface="Calisto MT"/>
                <a:cs typeface="Times New Roman"/>
              </a:rPr>
              <a:t>Adjust the </a:t>
            </a:r>
            <a:r>
              <a:rPr lang="en-US" sz="1800" err="1">
                <a:latin typeface="Calisto MT"/>
                <a:cs typeface="Times New Roman"/>
              </a:rPr>
              <a:t>variac</a:t>
            </a:r>
            <a:r>
              <a:rPr lang="en-US" sz="1800">
                <a:latin typeface="Calisto MT"/>
                <a:cs typeface="Times New Roman"/>
              </a:rPr>
              <a:t> to coerce the base temperature to the target temperature at steady-state</a:t>
            </a:r>
          </a:p>
          <a:p>
            <a:pPr marL="457200" indent="-457200">
              <a:buAutoNum type="arabicPeriod"/>
            </a:pPr>
            <a:r>
              <a:rPr lang="en-US" sz="1800">
                <a:latin typeface="Calisto MT"/>
                <a:cs typeface="Times New Roman"/>
              </a:rPr>
              <a:t>For each steady state base temperature, save the data, record the wattmeter reading, and take an IR image of block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F9F67-D03C-EF86-E499-6727C8D5D596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6</a:t>
            </a:fld>
            <a:endParaRPr lang="en-US"/>
          </a:p>
        </p:txBody>
      </p:sp>
      <p:pic>
        <p:nvPicPr>
          <p:cNvPr id="7" name="Picture 6" descr="The image shows a black blower box with a visible block assembly, connected to a series of wires and components, placed on a light-colored table.&#10;&#10;AI-generated content may be incorrect.">
            <a:extLst>
              <a:ext uri="{FF2B5EF4-FFF2-40B4-BE49-F238E27FC236}">
                <a16:creationId xmlns:a16="http://schemas.microsoft.com/office/drawing/2014/main" id="{414E1647-11E1-9091-A555-E4C5E728D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464" y="2228407"/>
            <a:ext cx="4571645" cy="27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4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3044-FB63-6592-F2D4-F01D80ECC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39CA2-5E20-EC5B-5085-6235021BB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Adjustments Made  To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2609D-FC6A-ED64-9B63-109BDF6D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7234674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Removed thermal tape dependence</a:t>
            </a:r>
          </a:p>
          <a:p>
            <a:pPr lvl="1"/>
            <a:r>
              <a:rPr lang="en-US"/>
              <a:t>Thermal tape cooled surface as it conducted heat away from the surface very efficiently, leading to inaccurate surface temperature readings</a:t>
            </a:r>
          </a:p>
          <a:p>
            <a:r>
              <a:rPr lang="en-US"/>
              <a:t>Full reliance on wattmeter reading</a:t>
            </a:r>
          </a:p>
          <a:p>
            <a:pPr lvl="1"/>
            <a:r>
              <a:rPr lang="en-US"/>
              <a:t>Wattmeter reading produced enough precision to perform calculations with</a:t>
            </a:r>
          </a:p>
          <a:p>
            <a:pPr lvl="1"/>
            <a:r>
              <a:rPr lang="en-US" err="1"/>
              <a:t>Variac</a:t>
            </a:r>
            <a:r>
              <a:rPr lang="en-US"/>
              <a:t> has a lot of play, leading to inaccurate voltage readings</a:t>
            </a:r>
          </a:p>
          <a:p>
            <a:pPr lvl="1"/>
            <a:r>
              <a:rPr lang="en-US"/>
              <a:t>No good way to measure voltage with a multimeter during runtime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8FD4E-6890-2EE3-8E09-EC52912EB38D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7</a:t>
            </a:fld>
            <a:endParaRPr lang="en-US"/>
          </a:p>
        </p:txBody>
      </p:sp>
      <p:sp>
        <p:nvSpPr>
          <p:cNvPr id="5" name="AutoShape 2" descr="Image result for variac">
            <a:extLst>
              <a:ext uri="{FF2B5EF4-FFF2-40B4-BE49-F238E27FC236}">
                <a16:creationId xmlns:a16="http://schemas.microsoft.com/office/drawing/2014/main" id="{01BF8DAD-90DD-B713-8E0F-D03B5D3A68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The image shows a mechanical device with a circular dial, a power cable, and a power plug.&#10;&#10;AI-generated content may be incorrect.">
            <a:extLst>
              <a:ext uri="{FF2B5EF4-FFF2-40B4-BE49-F238E27FC236}">
                <a16:creationId xmlns:a16="http://schemas.microsoft.com/office/drawing/2014/main" id="{643CB4E3-AF84-1B66-E829-2E91CA008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073" y="3552400"/>
            <a:ext cx="2864007" cy="2167218"/>
          </a:xfrm>
          <a:prstGeom prst="rect">
            <a:avLst/>
          </a:prstGeom>
        </p:spPr>
      </p:pic>
      <p:pic>
        <p:nvPicPr>
          <p:cNvPr id="10" name="Picture 9" descr="The image shows a strip of aluminum foil tape, likely used for insulation or packaging.&#10;&#10;AI-generated content may be incorrect.">
            <a:extLst>
              <a:ext uri="{FF2B5EF4-FFF2-40B4-BE49-F238E27FC236}">
                <a16:creationId xmlns:a16="http://schemas.microsoft.com/office/drawing/2014/main" id="{A8B42C23-D39D-A0A5-DA68-3EF3C0221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909" y="1475462"/>
            <a:ext cx="1474171" cy="170046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87D3A48-7DA7-B0B4-2DE1-40DD5A9F51A8}"/>
              </a:ext>
            </a:extLst>
          </p:cNvPr>
          <p:cNvSpPr/>
          <p:nvPr/>
        </p:nvSpPr>
        <p:spPr>
          <a:xfrm>
            <a:off x="8880594" y="1233564"/>
            <a:ext cx="2336800" cy="2167218"/>
          </a:xfrm>
          <a:prstGeom prst="ellipse">
            <a:avLst/>
          </a:prstGeom>
          <a:noFill/>
          <a:ln w="76200" cap="flat" cmpd="sng" algn="ctr">
            <a:solidFill>
              <a:srgbClr val="C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5524-B19B-779D-0639-4EBBBAED29A5}"/>
              </a:ext>
            </a:extLst>
          </p:cNvPr>
          <p:cNvCxnSpPr>
            <a:cxnSpLocks/>
            <a:stCxn id="7" idx="7"/>
            <a:endCxn id="7" idx="3"/>
          </p:cNvCxnSpPr>
          <p:nvPr/>
        </p:nvCxnSpPr>
        <p:spPr>
          <a:xfrm flipH="1">
            <a:off x="9222810" y="1550946"/>
            <a:ext cx="1652368" cy="153245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38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3963-95F1-BF16-D942-0A3FA5F5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Analyses 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269F3-7265-0B07-32F4-F766CA252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8475449" cy="373989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Relationships to be analyzed:</a:t>
            </a:r>
          </a:p>
          <a:p>
            <a:r>
              <a:rPr lang="en-US"/>
              <a:t>Effective thermal conductivity vs base temperature for each infill percentage</a:t>
            </a:r>
          </a:p>
          <a:p>
            <a:pPr lvl="1"/>
            <a:r>
              <a:rPr lang="en-US"/>
              <a:t>Characterize how thermal conductivity of infill varies with temperature</a:t>
            </a:r>
          </a:p>
          <a:p>
            <a:pPr lvl="1"/>
            <a:r>
              <a:rPr lang="en-US"/>
              <a:t>Expected to be negligible</a:t>
            </a:r>
          </a:p>
          <a:p>
            <a:r>
              <a:rPr lang="en-US"/>
              <a:t>Effective thermal conductivity vs infill percentage for each target base temperature</a:t>
            </a:r>
          </a:p>
          <a:p>
            <a:pPr lvl="1"/>
            <a:r>
              <a:rPr lang="en-US"/>
              <a:t>Characterize how thermal conductivity of infill varies with infill percentage</a:t>
            </a:r>
          </a:p>
          <a:p>
            <a:pPr lvl="1"/>
            <a:r>
              <a:rPr lang="en-US"/>
              <a:t>Expected to be inverse</a:t>
            </a:r>
          </a:p>
          <a:p>
            <a:pPr marL="0" indent="0">
              <a:buNone/>
            </a:pPr>
            <a:r>
              <a:rPr lang="en-US" b="1"/>
              <a:t>Hypothesis:</a:t>
            </a:r>
          </a:p>
          <a:p>
            <a:r>
              <a:rPr lang="en-US"/>
              <a:t>Thermal resistance (</a:t>
            </a:r>
            <a:r>
              <a:rPr lang="en-US" i="1"/>
              <a:t>R''</a:t>
            </a:r>
            <a:r>
              <a:rPr lang="en-US"/>
              <a:t>)</a:t>
            </a:r>
            <a:r>
              <a:rPr lang="en-US" i="1"/>
              <a:t> </a:t>
            </a:r>
            <a:r>
              <a:rPr lang="en-US"/>
              <a:t>is expected to remain the same for each base temperature (𝑇</a:t>
            </a:r>
            <a:r>
              <a:rPr lang="en-US" i="1" baseline="-25000"/>
              <a:t>b</a:t>
            </a:r>
            <a:r>
              <a:rPr lang="en-US"/>
              <a:t>)</a:t>
            </a:r>
          </a:p>
          <a:p>
            <a:r>
              <a:rPr lang="en-US"/>
              <a:t>Thermal resistance (</a:t>
            </a:r>
            <a:r>
              <a:rPr lang="en-US" i="1"/>
              <a:t>R''</a:t>
            </a:r>
            <a:r>
              <a:rPr lang="en-US"/>
              <a:t>)</a:t>
            </a:r>
            <a:r>
              <a:rPr lang="en-US" i="1"/>
              <a:t> </a:t>
            </a:r>
            <a:r>
              <a:rPr lang="en-US"/>
              <a:t>is expected to increase as infill percentage increases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1F145-0380-5489-281D-DE877D518929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8</a:t>
            </a:fld>
            <a:endParaRPr lang="en-US"/>
          </a:p>
        </p:txBody>
      </p:sp>
      <p:pic>
        <p:nvPicPr>
          <p:cNvPr id="2050" name="Picture 2" descr="Cubic, tetrahedral and hierarchical infillers">
            <a:extLst>
              <a:ext uri="{FF2B5EF4-FFF2-40B4-BE49-F238E27FC236}">
                <a16:creationId xmlns:a16="http://schemas.microsoft.com/office/drawing/2014/main" id="{8F2F8ECC-2AF7-37B8-325E-2CED4059F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009" y="2551574"/>
            <a:ext cx="2565966" cy="250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62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AD8F-9A47-251D-B11F-55E217B21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Analyses – Assumptions and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684B0-4819-AE1E-BE76-D8F71D6DE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5" y="1903482"/>
                <a:ext cx="10691265" cy="4243137"/>
              </a:xfrm>
            </p:spPr>
            <p:txBody>
              <a:bodyPr vert="horz" lIns="91440" tIns="45720" rIns="91440" bIns="45720" numCol="2" rtlCol="0" anchor="t">
                <a:normAutofit/>
              </a:bodyPr>
              <a:lstStyle/>
              <a:p>
                <a:r>
                  <a:rPr lang="en-US"/>
                  <a:t>Assumptions:</a:t>
                </a:r>
              </a:p>
              <a:p>
                <a:pPr lvl="1"/>
                <a:r>
                  <a:rPr lang="en-US"/>
                  <a:t>Steady state</a:t>
                </a:r>
              </a:p>
              <a:p>
                <a:pPr lvl="1"/>
                <a:r>
                  <a:rPr lang="en-US"/>
                  <a:t>1D uniform heat flow</a:t>
                </a:r>
              </a:p>
              <a:p>
                <a:pPr lvl="1"/>
                <a:r>
                  <a:rPr lang="en-US"/>
                  <a:t>Adiabatic insulation</a:t>
                </a:r>
              </a:p>
              <a:p>
                <a:pPr lvl="1"/>
                <a:r>
                  <a:rPr lang="en-US"/>
                  <a:t>Even heating</a:t>
                </a:r>
              </a:p>
              <a:p>
                <a:pPr lvl="1"/>
                <a:r>
                  <a:rPr lang="en-US"/>
                  <a:t>Large surroundings</a:t>
                </a:r>
              </a:p>
              <a:p>
                <a:pPr lvl="1"/>
                <a:r>
                  <a:rPr lang="en-US"/>
                  <a:t>Negligible property change with temperature</a:t>
                </a:r>
              </a:p>
              <a:p>
                <a:pPr lvl="1"/>
                <a:r>
                  <a:rPr lang="en-US"/>
                  <a:t>Negligible radiation</a:t>
                </a:r>
              </a:p>
              <a:p>
                <a:r>
                  <a:rPr lang="en-US"/>
                  <a:t>Given Quantities (Input Variables):</a:t>
                </a:r>
              </a:p>
              <a:p>
                <a:pPr lvl="1"/>
                <a:r>
                  <a:rPr lang="en-US"/>
                  <a:t>Target steady-state base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/>
              </a:p>
              <a:p>
                <a:pPr lvl="1"/>
                <a:r>
                  <a:rPr lang="en-US"/>
                  <a:t>Infill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𝑖𝑛𝑓𝑖𝑙𝑙</m:t>
                        </m:r>
                      </m:sub>
                    </m:sSub>
                  </m:oMath>
                </a14:m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684B0-4819-AE1E-BE76-D8F71D6DE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1903482"/>
                <a:ext cx="10691265" cy="4243137"/>
              </a:xfrm>
              <a:blipFill>
                <a:blip r:embed="rId3"/>
                <a:stretch>
                  <a:fillRect l="-513" t="-575" b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16DB4AA-706A-1172-0C6F-3C171214E283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9</a:t>
            </a:fld>
            <a:endParaRPr lang="en-US"/>
          </a:p>
        </p:txBody>
      </p:sp>
      <p:pic>
        <p:nvPicPr>
          <p:cNvPr id="5" name="Picture 4" descr="Diagram of a diagram of a heat exchanger&#10;&#10;AI-generated content may be incorrect.">
            <a:extLst>
              <a:ext uri="{FF2B5EF4-FFF2-40B4-BE49-F238E27FC236}">
                <a16:creationId xmlns:a16="http://schemas.microsoft.com/office/drawing/2014/main" id="{BCF1F219-AC20-BB5E-1BCE-8D14D4116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804" y="2430380"/>
            <a:ext cx="5985673" cy="288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2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8FD1B-CA92-7785-8A15-393106EF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27C6-2006-A1CA-F321-9849CFDB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Analyses – Assumptions and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A1773F-769A-5530-F474-D0F5784A1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5" y="2221992"/>
                <a:ext cx="10691265" cy="3956256"/>
              </a:xfrm>
            </p:spPr>
            <p:txBody>
              <a:bodyPr vert="horz" lIns="91440" tIns="45720" rIns="91440" bIns="45720" numCol="2" rtlCol="0" anchor="t">
                <a:normAutofit/>
              </a:bodyPr>
              <a:lstStyle/>
              <a:p>
                <a:r>
                  <a:rPr lang="en-US"/>
                  <a:t>Measured Quantities (Recorded Variables):</a:t>
                </a:r>
              </a:p>
              <a:p>
                <a:pPr lvl="1"/>
                <a:r>
                  <a:rPr lang="en-US"/>
                  <a:t>Ambient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𝑠𝑢𝑟𝑟</m:t>
                        </m:r>
                      </m:sub>
                    </m:sSub>
                  </m:oMath>
                </a14:m>
                <a:endParaRPr lang="en-US"/>
              </a:p>
              <a:p>
                <a:pPr lvl="1"/>
                <a:r>
                  <a:rPr lang="en-US"/>
                  <a:t>Base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endParaRPr lang="en-US"/>
              </a:p>
              <a:p>
                <a:pPr lvl="1"/>
                <a:r>
                  <a:rPr lang="en-US"/>
                  <a:t>Surface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=∞)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Zero load electrical input 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endParaRPr lang="en-US"/>
              </a:p>
              <a:p>
                <a:pPr lvl="1"/>
                <a:r>
                  <a:rPr lang="en-US"/>
                  <a:t>Heater on electrical input 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𝑟𝑒𝑎𝑑</m:t>
                        </m:r>
                      </m:sub>
                    </m:sSub>
                  </m:oMath>
                </a14:m>
                <a:endParaRPr lang="en-US"/>
              </a:p>
              <a:p>
                <a:r>
                  <a:rPr lang="en-US"/>
                  <a:t>Unknown Quantities (Output Variables):</a:t>
                </a:r>
              </a:p>
              <a:p>
                <a:pPr lvl="1"/>
                <a:r>
                  <a:rPr lang="en-US"/>
                  <a:t>Heat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/>
              </a:p>
              <a:p>
                <a:pPr lvl="1"/>
                <a:r>
                  <a:rPr lang="en-US"/>
                  <a:t>Block thermal resistance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𝑐𝑜𝑛𝑑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endParaRPr lang="en-US"/>
              </a:p>
              <a:p>
                <a:pPr lvl="1"/>
                <a:r>
                  <a:rPr lang="en-US"/>
                  <a:t>Block equivalent thermal conductivity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A1773F-769A-5530-F474-D0F5784A1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2221992"/>
                <a:ext cx="10691265" cy="3956256"/>
              </a:xfrm>
              <a:blipFill>
                <a:blip r:embed="rId3"/>
                <a:stretch>
                  <a:fillRect l="-513" t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B2B2791-812B-6765-32AC-26E83CFFA563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10</a:t>
            </a:fld>
            <a:endParaRPr lang="en-US"/>
          </a:p>
        </p:txBody>
      </p:sp>
      <p:pic>
        <p:nvPicPr>
          <p:cNvPr id="5" name="Picture 4" descr="Diagram of a diagram of a heat exchanger&#10;&#10;AI-generated content may be incorrect.">
            <a:extLst>
              <a:ext uri="{FF2B5EF4-FFF2-40B4-BE49-F238E27FC236}">
                <a16:creationId xmlns:a16="http://schemas.microsoft.com/office/drawing/2014/main" id="{2030718C-F05B-B80E-9C35-AE3AFAD0A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652" y="2515479"/>
            <a:ext cx="6127331" cy="294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3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6FFA-0329-48DC-62FC-D0B925CB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Analyses – Computation and schematic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250D9-B937-EB19-34C4-388A44AC77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7195" y="2100072"/>
                <a:ext cx="5658485" cy="3843528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To find heat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/>
                  <a:t>: 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𝑟𝑒𝑎𝑑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𝑟𝑒𝑎𝑑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To find thermal resistance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𝑐𝑜𝑛𝑑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</m:oMath>
                </a14:m>
                <a:r>
                  <a:rPr lang="en-US"/>
                  <a:t> of the printed block: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𝑐𝑜𝑛𝑑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To find 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quivalent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thermal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conductivity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US"/>
                  <a:t> of the printed block: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𝑐𝑜𝑛𝑑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250D9-B937-EB19-34C4-388A44AC77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7195" y="2100072"/>
                <a:ext cx="5658485" cy="3843528"/>
              </a:xfrm>
              <a:blipFill>
                <a:blip r:embed="rId3"/>
                <a:stretch>
                  <a:fillRect l="-1185" t="-952" r="-1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Diagram of a diagram of a heater&#10;&#10;AI-generated content may be incorrect.">
            <a:extLst>
              <a:ext uri="{FF2B5EF4-FFF2-40B4-BE49-F238E27FC236}">
                <a16:creationId xmlns:a16="http://schemas.microsoft.com/office/drawing/2014/main" id="{F486B89D-6586-F08E-EC6C-4213D2E16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33" y="2271713"/>
            <a:ext cx="5658485" cy="2409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89024F-1767-EC54-3D4D-E049E0B3BA7C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11</a:t>
            </a:fld>
            <a:endParaRPr lang="en-US"/>
          </a:p>
        </p:txBody>
      </p:sp>
      <p:pic>
        <p:nvPicPr>
          <p:cNvPr id="7" name="Picture 6" descr="Diagram of a diagram of a heat exchanger&#10;&#10;AI-generated content may be incorrect.">
            <a:extLst>
              <a:ext uri="{FF2B5EF4-FFF2-40B4-BE49-F238E27FC236}">
                <a16:creationId xmlns:a16="http://schemas.microsoft.com/office/drawing/2014/main" id="{1DB69725-E73B-9C4B-AAC6-C7D203A6E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11" y="2099420"/>
            <a:ext cx="6212599" cy="299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45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08C7-EB77-0391-328B-0526B9D0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Calculations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7202A7-2D18-9E1E-31A2-45F56BB7B5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/>
                  <a:t>For 100% Infill PETG @ Target Base Temperature 64°C: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=0.0508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b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=0.0254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/>
              </a:p>
              <a:p>
                <a:r>
                  <a:rPr lang="en-US"/>
                  <a:t>Experimental Measurements: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endParaRPr lang="en-US" i="1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25.7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=4.6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=3.4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7202A7-2D18-9E1E-31A2-45F56BB7B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F12D3A-0931-A1CA-ED9B-1E1FC6FFB555}"/>
                  </a:ext>
                </a:extLst>
              </p:cNvPr>
              <p:cNvSpPr txBox="1"/>
              <p:nvPr/>
            </p:nvSpPr>
            <p:spPr>
              <a:xfrm>
                <a:off x="5815584" y="3429000"/>
                <a:ext cx="5576316" cy="1475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Calculations: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=4.6−3.4=1.2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b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100%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64−25.6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0.0508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0. 0824 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</m:oMath>
                </a14:m>
                <a:endParaRPr lang="en-US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,100%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0.0254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0.0824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0.3084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F12D3A-0931-A1CA-ED9B-1E1FC6FFB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584" y="3429000"/>
                <a:ext cx="5576316" cy="1475917"/>
              </a:xfrm>
              <a:prstGeom prst="rect">
                <a:avLst/>
              </a:prstGeom>
              <a:blipFill>
                <a:blip r:embed="rId4"/>
                <a:stretch>
                  <a:fillRect l="-656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6213714-1612-48F3-D745-8F18CEC52EC6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E739AB-32D9-23CD-4D18-41D9B5C2D7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39"/>
          <a:stretch>
            <a:fillRect/>
          </a:stretch>
        </p:blipFill>
        <p:spPr>
          <a:xfrm>
            <a:off x="7633941" y="1609050"/>
            <a:ext cx="3757959" cy="191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52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08C7-EB77-0391-328B-0526B9D0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13714-1612-48F3-D745-8F18CEC52EC6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5B93FC-B52F-F650-41E3-40DE7909EB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98" y="1714556"/>
            <a:ext cx="5411026" cy="40126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4C070D-3B23-6AB7-1623-33ACB8106458}"/>
              </a:ext>
            </a:extLst>
          </p:cNvPr>
          <p:cNvSpPr txBox="1"/>
          <p:nvPr/>
        </p:nvSpPr>
        <p:spPr>
          <a:xfrm>
            <a:off x="926005" y="1943226"/>
            <a:ext cx="4024058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/>
              <a:t>The slope of each temperature increases significantly above the glass transition temperature of ~75 C </a:t>
            </a:r>
          </a:p>
          <a:p>
            <a:pPr marL="285750" indent="-285750">
              <a:buFont typeface="Arial"/>
              <a:buChar char="•"/>
            </a:pPr>
            <a:endParaRPr lang="en-US" sz="2200"/>
          </a:p>
          <a:p>
            <a:pPr marL="285750" indent="-285750">
              <a:buFont typeface="Arial"/>
              <a:buChar char="•"/>
            </a:pPr>
            <a:r>
              <a:rPr lang="en-US" sz="2200"/>
              <a:t>Data at low temperature matches expected results.</a:t>
            </a:r>
          </a:p>
        </p:txBody>
      </p:sp>
    </p:spTree>
    <p:extLst>
      <p:ext uri="{BB962C8B-B14F-4D97-AF65-F5344CB8AC3E}">
        <p14:creationId xmlns:p14="http://schemas.microsoft.com/office/powerpoint/2010/main" val="1376125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8BF65-9E71-CAA2-B88B-F1D42CB0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1AD06-2ECF-9A3E-B168-21BBB6EE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59AC2-B647-5B1B-C371-199252C58534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14</a:t>
            </a:fld>
            <a:endParaRPr lang="en-US"/>
          </a:p>
        </p:txBody>
      </p:sp>
      <p:pic>
        <p:nvPicPr>
          <p:cNvPr id="9" name="Picture 8" descr="A graph on a white background&#10;&#10;Description automatically generated">
            <a:extLst>
              <a:ext uri="{FF2B5EF4-FFF2-40B4-BE49-F238E27FC236}">
                <a16:creationId xmlns:a16="http://schemas.microsoft.com/office/drawing/2014/main" id="{EA55ECAA-9919-D048-002E-4D2EA126B9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63" y="1925054"/>
            <a:ext cx="5503701" cy="4022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23BFF4-F245-7A02-3265-B5C00768E39A}"/>
              </a:ext>
            </a:extLst>
          </p:cNvPr>
          <p:cNvSpPr txBox="1"/>
          <p:nvPr/>
        </p:nvSpPr>
        <p:spPr>
          <a:xfrm>
            <a:off x="926005" y="1922631"/>
            <a:ext cx="4240302" cy="38164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/>
              <a:t>The slope of each infill increases with base temperature </a:t>
            </a:r>
          </a:p>
          <a:p>
            <a:pPr marL="285750" indent="-285750">
              <a:buFont typeface="Arial"/>
              <a:buChar char="•"/>
            </a:pPr>
            <a:r>
              <a:rPr lang="en-US" sz="2200"/>
              <a:t>100% infill exhibits the opposite trend. </a:t>
            </a:r>
            <a:endParaRPr lang="en-US" sz="2200" i="1"/>
          </a:p>
          <a:p>
            <a:pPr marL="285750" indent="-285750">
              <a:buFont typeface="Arial"/>
              <a:buChar char="•"/>
            </a:pPr>
            <a:r>
              <a:rPr lang="en-US" sz="2200"/>
              <a:t>Our hypothesis dictates that the thermal conductivity should be relatively constant and increase with infill.</a:t>
            </a:r>
          </a:p>
          <a:p>
            <a:pPr marL="285750" indent="-285750">
              <a:buFont typeface="Arial"/>
              <a:buChar char="•"/>
            </a:pPr>
            <a:r>
              <a:rPr lang="en-US" sz="2200"/>
              <a:t>Results can be explained due to convection effects and glass transition.</a:t>
            </a:r>
          </a:p>
        </p:txBody>
      </p:sp>
    </p:spTree>
    <p:extLst>
      <p:ext uri="{BB962C8B-B14F-4D97-AF65-F5344CB8AC3E}">
        <p14:creationId xmlns:p14="http://schemas.microsoft.com/office/powerpoint/2010/main" val="4172056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C213-A856-77A8-BDC3-17C6BFB2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Thermal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6CAB5-6DE2-9878-3B30-B4BA2BB93F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82" r="9929"/>
          <a:stretch>
            <a:fillRect/>
          </a:stretch>
        </p:blipFill>
        <p:spPr>
          <a:xfrm>
            <a:off x="8602603" y="1688296"/>
            <a:ext cx="3345962" cy="3481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D50426-8734-20E2-6A72-B305AFF55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97" y="1689548"/>
            <a:ext cx="3947015" cy="3480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301F58-D846-3DB4-9B76-E60D400CD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001" y="1688296"/>
            <a:ext cx="3654397" cy="3481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607720-037D-D7BC-9DFE-9F93B7E387D6}"/>
              </a:ext>
            </a:extLst>
          </p:cNvPr>
          <p:cNvSpPr txBox="1"/>
          <p:nvPr/>
        </p:nvSpPr>
        <p:spPr>
          <a:xfrm>
            <a:off x="700635" y="5307149"/>
            <a:ext cx="107907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Thermal imaging of 100%, 50%, and 15% (left to right) infill at a base temperature of ~72 degrees.. </a:t>
            </a:r>
          </a:p>
          <a:p>
            <a:pPr algn="l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4069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C4822-2ED4-403F-3DF1-4AA6EA83A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14C8-AE45-0647-7A89-4AC6F9F3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Sources of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3CC04-6F4B-A855-2B30-02033A6AF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7000645" cy="373989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Thermocouple error/noise</a:t>
            </a:r>
          </a:p>
          <a:p>
            <a:pPr lvl="1"/>
            <a:r>
              <a:rPr lang="en-US"/>
              <a:t>Was mitigated by thermocouple testing and calibration</a:t>
            </a:r>
          </a:p>
          <a:p>
            <a:r>
              <a:rPr lang="en-US"/>
              <a:t>Nonuniform heat input</a:t>
            </a:r>
          </a:p>
          <a:p>
            <a:pPr lvl="1"/>
            <a:r>
              <a:rPr lang="en-US"/>
              <a:t>Can be improved by using better equipment which can regulate wattage input</a:t>
            </a:r>
          </a:p>
          <a:p>
            <a:r>
              <a:rPr lang="en-US"/>
              <a:t>Imperfect insulation</a:t>
            </a:r>
          </a:p>
          <a:p>
            <a:pPr lvl="1"/>
            <a:r>
              <a:rPr lang="en-US"/>
              <a:t>Can be improved by creating a more perfect fit and filling gaps between cuts</a:t>
            </a:r>
          </a:p>
          <a:p>
            <a:r>
              <a:rPr lang="en-US"/>
              <a:t>Print defects</a:t>
            </a:r>
          </a:p>
          <a:p>
            <a:pPr lvl="1"/>
            <a:r>
              <a:rPr lang="en-US"/>
              <a:t>Can be improved by using higher quality filament and printers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D2FE4-B0B5-9EED-C9EB-67C84B123F05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80777-8006-59B6-29E1-93123B3EC1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2" t="16468"/>
          <a:stretch>
            <a:fillRect/>
          </a:stretch>
        </p:blipFill>
        <p:spPr>
          <a:xfrm>
            <a:off x="8769966" y="1722345"/>
            <a:ext cx="1907192" cy="1813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A6C7C0-74CA-DC35-C614-D0D99C444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908" y="3868539"/>
            <a:ext cx="1815564" cy="1729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A5ABB-CA67-6401-31A9-B33E9426A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9376" y="3857163"/>
            <a:ext cx="1815564" cy="174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41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C4822-2ED4-403F-3DF1-4AA6EA83A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14C8-AE45-0647-7A89-4AC6F9F3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3CC04-6F4B-A855-2B30-02033A6AF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Generally, thermal conductivity values increased with base temperature</a:t>
            </a:r>
          </a:p>
          <a:p>
            <a:r>
              <a:rPr lang="en-US"/>
              <a:t>Underestimated the effect of pores Thermal conductivity varied the most at lower infill percentages, highlighting the relevance of convection within the pores</a:t>
            </a:r>
          </a:p>
          <a:p>
            <a:r>
              <a:rPr lang="en-US"/>
              <a:t>Several factors contributed to error and noise within the data, especially related to the equipment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D2FE4-B0B5-9EED-C9EB-67C84B123F05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39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EF4A-7F1A-8C2F-43B4-8E927434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Experimentation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6F25-B48E-04A8-8233-2D86C9DE8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7679436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Different infill types could be studied in addition to just infill densities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100% infill density is generally not used in additive manufacturing applications)</a:t>
            </a:r>
          </a:p>
          <a:p>
            <a:r>
              <a:rPr lang="en-US"/>
              <a:t>Different materials could be tested, especially metals, as the testing process would be faster due to higher thermal conductivity values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Also avoids glass transition temperature related issues</a:t>
            </a:r>
          </a:p>
          <a:p>
            <a:r>
              <a:rPr lang="en-US"/>
              <a:t>Better equipment should be used which can better regulate power input to improve the accuracy of the data and reduce noise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0A71B-E34F-CC61-33F6-792EDAAD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287" y="1526357"/>
            <a:ext cx="3903829" cy="2003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0F2270-B0A0-2756-A3ED-8C63B3F7D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076" y="3686726"/>
            <a:ext cx="3733037" cy="285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70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586B-8597-0B0A-A6EE-76876FFC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444" y="2354506"/>
            <a:ext cx="10596898" cy="2149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Thank 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E1C2C-6D00-D5A9-438D-038AD0DCE572}"/>
              </a:ext>
            </a:extLst>
          </p:cNvPr>
          <p:cNvSpPr txBox="1"/>
          <p:nvPr/>
        </p:nvSpPr>
        <p:spPr>
          <a:xfrm>
            <a:off x="266095" y="251581"/>
            <a:ext cx="49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B92EEF5-9A1F-4C3B-93C3-3CA4DAE9B1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3797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1222</Words>
  <Application>Microsoft Office PowerPoint</Application>
  <PresentationFormat>Widescreen</PresentationFormat>
  <Paragraphs>193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Calisto MT</vt:lpstr>
      <vt:lpstr>Cambria Math</vt:lpstr>
      <vt:lpstr>Courier New</vt:lpstr>
      <vt:lpstr>Univers Condensed</vt:lpstr>
      <vt:lpstr>ChronicleVTI</vt:lpstr>
      <vt:lpstr>ME 315 Final Project:  EFFECTs of infill Percentage ON Thermal resistance of 3d prints</vt:lpstr>
      <vt:lpstr>PROJECT Introduction</vt:lpstr>
      <vt:lpstr>REAL WORLD APPLICATIONS</vt:lpstr>
      <vt:lpstr>Experimental Setup</vt:lpstr>
      <vt:lpstr>Materials</vt:lpstr>
      <vt:lpstr>Procedure</vt:lpstr>
      <vt:lpstr>Adjustments Made  To Methods</vt:lpstr>
      <vt:lpstr>Analyses  - Overview</vt:lpstr>
      <vt:lpstr>Analyses – Assumptions and Variables</vt:lpstr>
      <vt:lpstr>Analyses – Assumptions and Variables</vt:lpstr>
      <vt:lpstr>Analyses – Computation and schematic</vt:lpstr>
      <vt:lpstr>Experimental Calculations</vt:lpstr>
      <vt:lpstr>Experimental Results</vt:lpstr>
      <vt:lpstr>Experimental Results</vt:lpstr>
      <vt:lpstr>Thermal Images</vt:lpstr>
      <vt:lpstr>potential Sources of error</vt:lpstr>
      <vt:lpstr>Conclusion</vt:lpstr>
      <vt:lpstr>Future Experimentation</vt:lpstr>
      <vt:lpstr>Thank 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315 Final Project Proposal:  EFFECT of PERcent infill ON Thermal resistance of 3d prints</dc:title>
  <dc:creator/>
  <cp:lastModifiedBy>Amelia Grace Rinaldi</cp:lastModifiedBy>
  <cp:revision>1</cp:revision>
  <dcterms:created xsi:type="dcterms:W3CDTF">2026-02-25T16:44:51Z</dcterms:created>
  <dcterms:modified xsi:type="dcterms:W3CDTF">2026-04-22T17:26:01Z</dcterms:modified>
</cp:coreProperties>
</file>